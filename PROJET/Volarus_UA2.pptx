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0A0D6-2427-4CA6-9CF3-3D8FBB50DB22}" v="1" dt="2026-10-27T09:04:54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935" autoAdjust="0"/>
  </p:normalViewPr>
  <p:slideViewPr>
    <p:cSldViewPr snapToGrid="0" snapToObjects="1">
      <p:cViewPr varScale="1">
        <p:scale>
          <a:sx n="99" d="100"/>
          <a:sy n="99" d="100"/>
        </p:scale>
        <p:origin x="99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7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234440"/>
            <a:ext cx="6701258" cy="14619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dirty="0"/>
              <a:t>✈ VOLARUS</a:t>
            </a:r>
          </a:p>
          <a:p>
            <a:pPr>
              <a:defRPr sz="3000" b="1">
                <a:solidFill>
                  <a:srgbClr val="B9DCFA"/>
                </a:solidFill>
              </a:defRPr>
            </a:pPr>
            <a:r>
              <a:rPr dirty="0"/>
              <a:t>PRÉDIRE LES RETARDS DE VOL</a:t>
            </a:r>
          </a:p>
          <a:p>
            <a:pPr>
              <a:defRPr sz="1700">
                <a:solidFill>
                  <a:srgbClr val="FFFFFF"/>
                </a:solidFill>
              </a:defRPr>
            </a:pPr>
            <a:r>
              <a:rPr dirty="0"/>
              <a:t>Jalon </a:t>
            </a:r>
            <a:r>
              <a:rPr lang="en-US" dirty="0"/>
              <a:t>2</a:t>
            </a:r>
            <a:r>
              <a:rPr dirty="0"/>
              <a:t> • </a:t>
            </a:r>
            <a:r>
              <a:rPr lang="fr-CA" sz="1700" b="1" dirty="0">
                <a:solidFill>
                  <a:srgbClr val="FFFFFF"/>
                </a:solidFill>
              </a:rPr>
              <a:t>PRÉPARATION, MODÉLISATION, OPTIMISATION ET ÉVALUATION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77240" y="4160520"/>
            <a:ext cx="2743200" cy="594360"/>
          </a:xfrm>
          <a:prstGeom prst="roundRect">
            <a:avLst/>
          </a:prstGeom>
          <a:solidFill>
            <a:srgbClr val="F0F7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251959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55"/>
                </a:solidFill>
              </a:defRPr>
            </a:pPr>
            <a:r>
              <a:t>Alex Séguin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3320" y="4160520"/>
            <a:ext cx="2971800" cy="594360"/>
          </a:xfrm>
          <a:prstGeom prst="roundRect">
            <a:avLst/>
          </a:prstGeom>
          <a:solidFill>
            <a:srgbClr val="F0F7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0" y="4251959"/>
            <a:ext cx="2697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93755"/>
                </a:solidFill>
              </a:defRPr>
            </a:pPr>
            <a:r>
              <a:t>Jérémie Tremblay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912" y="256032"/>
            <a:ext cx="11155680" cy="32004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97EBE"/>
                </a:solidFill>
                <a:latin typeface="Aptos"/>
              </a:rPr>
              <a:t>01 • SÉLECTION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25433"/>
            <a:ext cx="4655570" cy="433965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700" b="1" dirty="0">
                <a:solidFill>
                  <a:srgbClr val="103056"/>
                </a:solidFill>
                <a:latin typeface="Aptos"/>
              </a:rPr>
              <a:t>CHANGEMENT D’APPROCHE</a:t>
            </a:r>
            <a:endParaRPr sz="2700" b="1" dirty="0">
              <a:solidFill>
                <a:srgbClr val="103056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1417320"/>
            <a:ext cx="10881360" cy="438912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C6F82"/>
                </a:solidFill>
                <a:latin typeface="Aptos"/>
              </a:rPr>
              <a:t>Envoy Air représente les vols de Volarus dans notre prototype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3154680" cy="1417320"/>
          </a:xfrm>
          <a:prstGeom prst="roundRect">
            <a:avLst/>
          </a:prstGeom>
          <a:solidFill>
            <a:srgbClr val="E8F3FC"/>
          </a:solidFill>
          <a:ln w="1778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2331720"/>
            <a:ext cx="2788920" cy="40233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97EBE"/>
                </a:solidFill>
                <a:latin typeface="Aptos"/>
              </a:rPr>
              <a:t>DATASET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761488"/>
            <a:ext cx="2788920" cy="49377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3056"/>
                </a:solidFill>
                <a:latin typeface="Aptos"/>
              </a:rPr>
              <a:t>Échantillon de plusieurs
compagnies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2191" y="2487168"/>
            <a:ext cx="594360" cy="59436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97EBE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148840"/>
            <a:ext cx="2926080" cy="1417320"/>
          </a:xfrm>
          <a:prstGeom prst="roundRect">
            <a:avLst/>
          </a:prstGeom>
          <a:solidFill>
            <a:srgbClr val="EFF8F5"/>
          </a:solidFill>
          <a:ln w="17780">
            <a:solidFill>
              <a:srgbClr val="9AD5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09160" y="2331720"/>
            <a:ext cx="2560320" cy="40233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49175"/>
                </a:solidFill>
                <a:latin typeface="Aptos"/>
              </a:rPr>
              <a:t>FILTRE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761488"/>
            <a:ext cx="2560320" cy="49377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03056"/>
                </a:solidFill>
                <a:latin typeface="Aptos"/>
              </a:rPr>
              <a:t>Airline = Envoy Air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487168"/>
            <a:ext cx="594360" cy="59436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297EB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2148840"/>
            <a:ext cx="3246120" cy="1417320"/>
          </a:xfrm>
          <a:prstGeom prst="roundRect">
            <a:avLst/>
          </a:prstGeom>
          <a:solidFill>
            <a:srgbClr val="FFF7F0"/>
          </a:solidFill>
          <a:ln w="17780">
            <a:solidFill>
              <a:srgbClr val="F6C0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0768" y="2331720"/>
            <a:ext cx="2880360" cy="40233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C7E30"/>
                </a:solidFill>
                <a:latin typeface="Aptos"/>
              </a:rPr>
              <a:t>DATASET RETENU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2761488"/>
            <a:ext cx="2880360" cy="493776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03056"/>
                </a:solidFill>
                <a:latin typeface="Aptos"/>
              </a:rPr>
              <a:t>1 070 000 vols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77639"/>
            <a:ext cx="10899648" cy="1051560"/>
          </a:xfrm>
          <a:prstGeom prst="roundRect">
            <a:avLst/>
          </a:prstGeom>
          <a:solidFill>
            <a:srgbClr val="103056"/>
          </a:solidFill>
          <a:ln w="17780">
            <a:solidFill>
              <a:srgbClr val="10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4096512"/>
            <a:ext cx="1965960" cy="38404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D084"/>
                </a:solidFill>
                <a:latin typeface="Aptos"/>
              </a:rPr>
              <a:t>POURQUOI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078224"/>
            <a:ext cx="8366760" cy="59436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Représenter une compagnie unique, comme si les données correspondaient aux vols de Volarus.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376672"/>
            <a:ext cx="2377440" cy="365760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97EBE"/>
                </a:solidFill>
                <a:latin typeface="Aptos"/>
              </a:rPr>
              <a:t>MOTS-CLÉS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65960" y="5321808"/>
            <a:ext cx="2057400" cy="566928"/>
          </a:xfrm>
          <a:prstGeom prst="roundRect">
            <a:avLst/>
          </a:prstGeom>
          <a:solidFill>
            <a:srgbClr val="E8F3FC"/>
          </a:solidFill>
          <a:ln w="1778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20824" y="5404104"/>
            <a:ext cx="1947672" cy="347472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3056"/>
                </a:solidFill>
                <a:latin typeface="Aptos"/>
              </a:rPr>
              <a:t>UNE compagnie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5321808"/>
            <a:ext cx="1965960" cy="566928"/>
          </a:xfrm>
          <a:prstGeom prst="roundRect">
            <a:avLst/>
          </a:prstGeom>
          <a:solidFill>
            <a:srgbClr val="E8F3FC"/>
          </a:solidFill>
          <a:ln w="1778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06824" y="5404104"/>
            <a:ext cx="1856231" cy="347472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3056"/>
                </a:solidFill>
                <a:latin typeface="Aptos"/>
              </a:rPr>
              <a:t>Données ciblées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5321808"/>
            <a:ext cx="1965960" cy="566928"/>
          </a:xfrm>
          <a:prstGeom prst="roundRect">
            <a:avLst/>
          </a:prstGeom>
          <a:solidFill>
            <a:srgbClr val="E8F3FC"/>
          </a:solidFill>
          <a:ln w="1778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01383" y="5404104"/>
            <a:ext cx="1856231" cy="347472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3056"/>
                </a:solidFill>
                <a:latin typeface="Aptos"/>
              </a:rPr>
              <a:t>1,07 M de vols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5321808"/>
            <a:ext cx="2423160" cy="566928"/>
          </a:xfrm>
          <a:prstGeom prst="roundRect">
            <a:avLst/>
          </a:prstGeom>
          <a:solidFill>
            <a:srgbClr val="E8F3FC"/>
          </a:solidFill>
          <a:ln w="17780">
            <a:solidFill>
              <a:srgbClr val="CBE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95944" y="5404104"/>
            <a:ext cx="2313432" cy="347472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03056"/>
                </a:solidFill>
                <a:latin typeface="Aptos"/>
              </a:rPr>
              <a:t>Prototype Volarus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6473952"/>
            <a:ext cx="9784080" cy="20116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C6F82"/>
                </a:solidFill>
                <a:latin typeface="Aptos"/>
              </a:rPr>
              <a:t>VOLARUS • PROJET IA • ÉQUIPE 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none" lIns="36576" tIns="9144" rIns="36576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5C6F8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94</Words>
  <Application>Microsoft Office PowerPoint</Application>
  <PresentationFormat>Grand écran</PresentationFormat>
  <Paragraphs>25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alex seguin</cp:lastModifiedBy>
  <cp:revision>4</cp:revision>
  <dcterms:created xsi:type="dcterms:W3CDTF">2013-01-27T09:14:16Z</dcterms:created>
  <dcterms:modified xsi:type="dcterms:W3CDTF">2026-10-27T09:06:32Z</dcterms:modified>
  <cp:category/>
</cp:coreProperties>
</file>