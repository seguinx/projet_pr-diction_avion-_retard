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2BBC6-32AC-4129-AF59-927F125864FC}" v="1" dt="2026-10-07T20:36:30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seguin" userId="c47c39593cf1707d" providerId="LiveId" clId="{56C82717-B78C-4079-A034-267DC212A18F}"/>
    <pc:docChg chg="modSld sldOrd">
      <pc:chgData name="alex seguin" userId="c47c39593cf1707d" providerId="LiveId" clId="{56C82717-B78C-4079-A034-267DC212A18F}" dt="2026-10-07T20:36:30.431" v="54"/>
      <pc:docMkLst>
        <pc:docMk/>
      </pc:docMkLst>
      <pc:sldChg chg="ord">
        <pc:chgData name="alex seguin" userId="c47c39593cf1707d" providerId="LiveId" clId="{56C82717-B78C-4079-A034-267DC212A18F}" dt="2026-10-06T13:09:06.665" v="1"/>
        <pc:sldMkLst>
          <pc:docMk/>
          <pc:sldMk cId="0" sldId="259"/>
        </pc:sldMkLst>
      </pc:sldChg>
      <pc:sldChg chg="modSp mod">
        <pc:chgData name="alex seguin" userId="c47c39593cf1707d" providerId="LiveId" clId="{56C82717-B78C-4079-A034-267DC212A18F}" dt="2026-10-07T20:34:40.983" v="41" actId="20577"/>
        <pc:sldMkLst>
          <pc:docMk/>
          <pc:sldMk cId="0" sldId="261"/>
        </pc:sldMkLst>
        <pc:spChg chg="mod">
          <ac:chgData name="alex seguin" userId="c47c39593cf1707d" providerId="LiveId" clId="{56C82717-B78C-4079-A034-267DC212A18F}" dt="2026-10-07T20:34:00.023" v="1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lex seguin" userId="c47c39593cf1707d" providerId="LiveId" clId="{56C82717-B78C-4079-A034-267DC212A18F}" dt="2026-10-07T20:34:40.983" v="41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alex seguin" userId="c47c39593cf1707d" providerId="LiveId" clId="{56C82717-B78C-4079-A034-267DC212A18F}" dt="2026-10-07T20:36:30.431" v="54"/>
        <pc:sldMkLst>
          <pc:docMk/>
          <pc:sldMk cId="0" sldId="262"/>
        </pc:sldMkLst>
        <pc:spChg chg="mod">
          <ac:chgData name="alex seguin" userId="c47c39593cf1707d" providerId="LiveId" clId="{56C82717-B78C-4079-A034-267DC212A18F}" dt="2026-10-07T20:36:30.431" v="54"/>
          <ac:spMkLst>
            <pc:docMk/>
            <pc:sldMk cId="0" sldId="262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✈ VOLARUS</a:t>
            </a:r>
          </a:p>
          <a:p>
            <a:pPr>
              <a:defRPr sz="3000" b="1">
                <a:solidFill>
                  <a:srgbClr val="B9DCFA"/>
                </a:solidFill>
              </a:defRPr>
            </a:pPr>
            <a:r>
              <a:t>PRÉDIRE LES RETARDS DE VOL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Jalon 1 • Données &amp; première exploration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4160520"/>
            <a:ext cx="274320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51959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Alex Séguin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4160520"/>
            <a:ext cx="297180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0" y="4251959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Jérémie Tremblay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5"/>
                </a:solidFill>
              </a:defRPr>
            </a:pPr>
            <a:r>
              <a:t>01 • DÉFINITION DU PROBLÈME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5257800" cy="196596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5"/>
                </a:solidFill>
              </a:defRPr>
            </a:pPr>
            <a:r>
              <a:t>1 •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Volarus</a:t>
            </a:r>
          </a:p>
          <a:p>
            <a:pPr algn="ctr">
              <a:defRPr sz="1600" b="0">
                <a:solidFill>
                  <a:srgbClr val="23282D"/>
                </a:solidFill>
              </a:defRPr>
            </a:pPr>
            <a:r>
              <a:t>✈ Compagnie aérienne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257800" cy="1965960"/>
          </a:xfrm>
          <a:prstGeom prst="roundRect">
            <a:avLst/>
          </a:prstGeom>
          <a:solidFill>
            <a:srgbClr val="F0F7FC"/>
          </a:solidFill>
          <a:ln>
            <a:solidFill>
              <a:srgbClr val="F0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5"/>
                </a:solidFill>
              </a:defRPr>
            </a:pPr>
            <a:r>
              <a:t>2 •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Retards imprévisibles</a:t>
            </a:r>
          </a:p>
          <a:p>
            <a:pPr algn="ctr">
              <a:defRPr sz="1600" b="0">
                <a:solidFill>
                  <a:srgbClr val="23282D"/>
                </a:solidFill>
              </a:defRPr>
            </a:pPr>
            <a:r>
              <a:t>Durée inconnue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257800" cy="196596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5"/>
                </a:solidFill>
              </a:defRPr>
            </a:pPr>
            <a:r>
              <a:t>3 • CAUSES / ENJEUX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Clients frustrés</a:t>
            </a:r>
          </a:p>
          <a:p>
            <a:pPr algn="ctr">
              <a:defRPr sz="1600" b="0">
                <a:solidFill>
                  <a:srgbClr val="23282D"/>
                </a:solidFill>
              </a:defRPr>
            </a:pPr>
            <a:r>
              <a:t>Stress • surcharge</a:t>
            </a:r>
          </a:p>
          <a:p>
            <a:pPr algn="ctr">
              <a:defRPr sz="1600" b="0">
                <a:solidFill>
                  <a:srgbClr val="23282D"/>
                </a:solidFill>
              </a:defRPr>
            </a:pPr>
            <a:r>
              <a:t>Effet en chaîne • pertes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257800" cy="196596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3755"/>
                </a:solidFill>
              </a:defRPr>
            </a:pPr>
            <a:r>
              <a:t>6 • SOLUTION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4800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Classification</a:t>
            </a:r>
          </a:p>
          <a:p>
            <a:pPr algn="ctr">
              <a:defRPr sz="1600" b="0">
                <a:solidFill>
                  <a:srgbClr val="23282D"/>
                </a:solidFill>
              </a:defRPr>
            </a:pPr>
            <a:r>
              <a:t>+ Régression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</a:defRPr>
            </a:pPr>
            <a:r>
              <a:t>VOLARUS • PROJET IA • ÉQUIPE 14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5"/>
                </a:solidFill>
              </a:defRPr>
            </a:pPr>
            <a:r>
              <a:t>02 • OBJECTIFS &amp; PÉRIMÈTRE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438912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3755"/>
                </a:solidFill>
              </a:defRPr>
            </a:pPr>
            <a:r>
              <a:t>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2423160"/>
            <a:ext cx="27889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Classification ≥ 70 %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Retard : ±15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29000" cy="438912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3755"/>
                </a:solidFill>
              </a:defRPr>
            </a:pPr>
            <a:r>
              <a:t>COUVRE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423160"/>
            <a:ext cx="27889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Analyse des vols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Classification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Régression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4389120"/>
          </a:xfrm>
          <a:prstGeom prst="roundRect">
            <a:avLst/>
          </a:prstGeom>
          <a:solidFill>
            <a:srgbClr val="F0F7FC"/>
          </a:solidFill>
          <a:ln>
            <a:solidFill>
              <a:srgbClr val="F0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3755"/>
                </a:solidFill>
              </a:defRPr>
            </a:pPr>
            <a:r>
              <a:t>NE COUVRE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23160"/>
            <a:ext cx="27889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Annuler / modifier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Contrôler les opérations</a:t>
            </a:r>
          </a:p>
          <a:p>
            <a:pPr algn="ctr">
              <a:spcAft>
                <a:spcPts val="1600"/>
              </a:spcAft>
              <a:defRPr sz="1700">
                <a:solidFill>
                  <a:srgbClr val="23282D"/>
                </a:solidFill>
              </a:defRPr>
            </a:pPr>
            <a:r>
              <a:t>Système réel complet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</a:defRPr>
            </a:pPr>
            <a:r>
              <a:t>VOLARUS • PROJET IA • ÉQUIPE 14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5"/>
                </a:solidFill>
              </a:defRPr>
            </a:pPr>
            <a:r>
              <a:t>03 •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04557" y="1417088"/>
            <a:ext cx="1702582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rPr dirty="0"/>
              <a:t>BTS / </a:t>
            </a:r>
            <a:r>
              <a:rPr dirty="0" err="1"/>
              <a:t>TranStats</a:t>
            </a:r>
            <a:endParaRPr lang="fr-CA" dirty="0"/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1208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79" y="1545336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602 953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38328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F0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42616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25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38328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642616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514600"/>
            <a:ext cx="352044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642616"/>
            <a:ext cx="3337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Public • Gratuit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10332720" cy="141732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39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93755"/>
                </a:solidFill>
              </a:defRPr>
            </a:pPr>
            <a:r>
              <a:t>JEU DE DONNÉES PERSONNALISÉ</a:t>
            </a:r>
          </a:p>
          <a:p>
            <a:pPr algn="ctr">
              <a:defRPr sz="1800">
                <a:solidFill>
                  <a:srgbClr val="23282D"/>
                </a:solidFill>
              </a:defRPr>
            </a:pPr>
            <a:r>
              <a:t>Variables choisies selon notre problématique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</a:defRPr>
            </a:pPr>
            <a:r>
              <a:t>VOLARUS • PROJET IA • ÉQUIPE 14                                     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2820" y="5413248"/>
            <a:ext cx="5166360" cy="960120"/>
          </a:xfrm>
          <a:prstGeom prst="roundRect">
            <a:avLst/>
          </a:prstGeom>
          <a:solidFill>
            <a:srgbClr val="F7FAFD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95700" y="5532120"/>
            <a:ext cx="4800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1 seul jeu de données exploré</a:t>
            </a:r>
          </a:p>
          <a:p>
            <a:pPr algn="ctr">
              <a:defRPr sz="1100">
                <a:solidFill>
                  <a:srgbClr val="23282D"/>
                </a:solidFill>
              </a:defRPr>
            </a:pPr>
            <a:r>
              <a:t>Pertinent : beaucoup de vols + nombreuses variables à analyser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D0272B2-4155-1FFF-C709-A094140AAA76}"/>
              </a:ext>
            </a:extLst>
          </p:cNvPr>
          <p:cNvSpPr txBox="1"/>
          <p:nvPr/>
        </p:nvSpPr>
        <p:spPr>
          <a:xfrm>
            <a:off x="1051560" y="1734449"/>
            <a:ext cx="4800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000" dirty="0"/>
              <a:t>Bureau of Transportation </a:t>
            </a:r>
            <a:r>
              <a:rPr lang="fr-CA" sz="1000" dirty="0" err="1"/>
              <a:t>Statistics</a:t>
            </a:r>
            <a:r>
              <a:rPr lang="fr-CA" sz="1000" dirty="0"/>
              <a:t> • Organisme Gouvernemental Américain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5"/>
                </a:solidFill>
              </a:defRPr>
            </a:pPr>
            <a:r>
              <a:t>04 • VARIABLES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VARIABLES EXPLICATIVES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4754880" cy="4572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ORIGIN_CITY_NAME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834640"/>
            <a:ext cx="4754880" cy="4572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DEST_CITY_NAME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29000"/>
            <a:ext cx="4754880" cy="4572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023360"/>
            <a:ext cx="4754880" cy="4572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617720"/>
            <a:ext cx="4754880" cy="4572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rPr dirty="0"/>
              <a:t>CRS_DEP_TIME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21208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VARIABLES CIBLES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331720"/>
            <a:ext cx="466344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ARR_DEL15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246120"/>
            <a:ext cx="4663440" cy="685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337560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ARR_DELAY_NEW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43400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3755"/>
                </a:solidFill>
              </a:defRPr>
            </a:pPr>
            <a:r>
              <a:t>Classification  →  OUI / NON</a:t>
            </a:r>
          </a:p>
          <a:p>
            <a:pPr>
              <a:defRPr sz="1800" b="1">
                <a:solidFill>
                  <a:srgbClr val="193755"/>
                </a:solidFill>
              </a:defRPr>
            </a:pPr>
            <a:r>
              <a:t>Régression  → 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</a:defRPr>
            </a:pPr>
            <a:r>
              <a:t>VOLARUS • PROJET IA • ÉQUIPE 14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5"/>
                </a:solidFill>
              </a:defRPr>
            </a:pPr>
            <a:r>
              <a:t>05 • EXPLORATION INITIALE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F0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27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600" y="2240280"/>
            <a:ext cx="239168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lang="fr-CA" dirty="0"/>
              <a:t>Aucune v</a:t>
            </a:r>
            <a:r>
              <a:rPr dirty="0" err="1"/>
              <a:t>aleurs</a:t>
            </a:r>
            <a:r>
              <a:rPr dirty="0"/>
              <a:t> </a:t>
            </a:r>
            <a:r>
              <a:rPr dirty="0" err="1"/>
              <a:t>manquantes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27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108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 err="1"/>
              <a:t>Encodage</a:t>
            </a:r>
            <a:r>
              <a:rPr dirty="0"/>
              <a:t> </a:t>
            </a:r>
            <a:r>
              <a:rPr dirty="0" err="1"/>
              <a:t>nécessaire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27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CORRÉLATION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3273" y="2240280"/>
            <a:ext cx="334161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rPr dirty="0" err="1"/>
              <a:t>Redondance</a:t>
            </a:r>
            <a:r>
              <a:rPr dirty="0"/>
              <a:t> possible</a:t>
            </a:r>
            <a:r>
              <a:rPr lang="fr-CA" dirty="0"/>
              <a:t> certaines colonnes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48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913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DOUBLONS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3108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t>À vérifier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57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F0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3913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526280"/>
            <a:ext cx="3108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t>Valeurs aberrantes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657600"/>
            <a:ext cx="3474720" cy="1828800"/>
          </a:xfrm>
          <a:prstGeom prst="roundRect">
            <a:avLst/>
          </a:prstGeom>
          <a:solidFill>
            <a:srgbClr val="F0F7FC"/>
          </a:solidFill>
          <a:ln>
            <a:solidFill>
              <a:srgbClr val="50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3755"/>
                </a:solidFill>
              </a:defRPr>
            </a:pPr>
            <a:r>
              <a:t>DATA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26280"/>
            <a:ext cx="3108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82D"/>
                </a:solidFill>
              </a:defRPr>
            </a:pPr>
            <a:r>
              <a:t>À surveiller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28C96"/>
                </a:solidFill>
              </a:defRPr>
            </a:pPr>
            <a:r>
              <a:t>VOLARUS • PROJET IA • ÉQUIPE 14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06 • PROCHAINES ÉTAPES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48840"/>
            <a:ext cx="2331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4505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PRÉPARATION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2148840"/>
            <a:ext cx="2331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94759" y="24505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MODÉLISATION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148840"/>
            <a:ext cx="2331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24505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OPTIMISATION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59" y="2148840"/>
            <a:ext cx="2331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72599" y="245059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ÉVALUATION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3390" y="4069080"/>
            <a:ext cx="74947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9DCFA"/>
                </a:solidFill>
              </a:defRPr>
            </a:pPr>
            <a:r>
              <a:rPr lang="fr-CA" dirty="0"/>
              <a:t>Analyse </a:t>
            </a:r>
            <a:r>
              <a:rPr lang="en-US" dirty="0"/>
              <a:t>• </a:t>
            </a:r>
            <a:r>
              <a:rPr dirty="0" err="1"/>
              <a:t>Nettoyer</a:t>
            </a:r>
            <a:r>
              <a:rPr dirty="0"/>
              <a:t>  •  Transformer  •  Tester  •  Comparer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266</Words>
  <Application>Microsoft Office PowerPoint</Application>
  <PresentationFormat>Grand écran</PresentationFormat>
  <Paragraphs>79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seguin</cp:lastModifiedBy>
  <cp:revision>2</cp:revision>
  <dcterms:created xsi:type="dcterms:W3CDTF">2013-01-27T09:14:16Z</dcterms:created>
  <dcterms:modified xsi:type="dcterms:W3CDTF">2026-10-07T20:45:29Z</dcterms:modified>
  <cp:category/>
</cp:coreProperties>
</file>