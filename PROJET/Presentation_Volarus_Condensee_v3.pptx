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23444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✈ VOLARUS</a:t>
            </a:r>
          </a:p>
          <a:p>
            <a:pPr>
              <a:defRPr sz="3000" b="1">
                <a:solidFill>
                  <a:srgbClr val="B9DCFA"/>
                </a:solidFill>
              </a:defRPr>
            </a:pPr>
            <a:r>
              <a:t>PRÉDIRE LES RETARDS DE VOL</a:t>
            </a:r>
          </a:p>
          <a:p>
            <a:pPr>
              <a:defRPr sz="1700">
                <a:solidFill>
                  <a:srgbClr val="FFFFFF"/>
                </a:solidFill>
              </a:defRPr>
            </a:pPr>
            <a:r>
              <a:t>Jalon 1 • Données &amp; première exploration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4160520"/>
            <a:ext cx="274320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251959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Alex Séguin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4160520"/>
            <a:ext cx="297180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40480" y="4251959"/>
            <a:ext cx="2697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Jérémie Tremblay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01 • DÉFINITION DU PROBLÈME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1 •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Volarus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✈ Compagnie aérienne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4630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2 •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Retards imprévisibles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Durée inconnue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3 • CAUSES / ENJEUX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Clients frustrés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Stress • surcharge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Effet en chaîne • pertes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65760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6 • SOLUTION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43484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Classification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+ Régression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02 • OBJECTIFS &amp; PÉRIMÈTRE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Classification ≥ 70 %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Retard : ±15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COUVRE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Analyse des vols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Classification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Régression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Prototype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7532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NE COUVRE 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Annuler / modifier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Contrôler les opérations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Système réel complet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03 • DONNÉES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04557" y="1417088"/>
            <a:ext cx="1702582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dirty="0"/>
              <a:t>BTS / </a:t>
            </a:r>
            <a:r>
              <a:rPr dirty="0" err="1"/>
              <a:t>TranStats</a:t>
            </a:r>
            <a:endParaRPr lang="fr-CA" dirty="0"/>
          </a:p>
        </p:txBody>
      </p:sp>
      <p:sp>
        <p:nvSpPr>
          <p:cNvPr id="5" name="Rounded Rectangle 4"/>
          <p:cNvSpPr/>
          <p:nvPr/>
        </p:nvSpPr>
        <p:spPr>
          <a:xfrm>
            <a:off x="6263640" y="1417320"/>
            <a:ext cx="52120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55079" y="154533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602 953 observations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33832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42616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25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514600"/>
            <a:ext cx="33832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642616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514600"/>
            <a:ext cx="352044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642616"/>
            <a:ext cx="3337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Public • Gratuit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10332720" cy="141732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3977639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193755"/>
                </a:solidFill>
              </a:defRPr>
            </a:pPr>
            <a:r>
              <a:t>JEU DE DONNÉES PERSONNALISÉ</a:t>
            </a:r>
          </a:p>
          <a:p>
            <a:pPr algn="ctr">
              <a:defRPr sz="1800">
                <a:solidFill>
                  <a:srgbClr val="23282D"/>
                </a:solidFill>
              </a:defRPr>
            </a:pPr>
            <a:r>
              <a:t>Variables choisies selon notre problématique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12820" y="5413248"/>
            <a:ext cx="5166360" cy="960120"/>
          </a:xfrm>
          <a:prstGeom prst="roundRect">
            <a:avLst/>
          </a:prstGeom>
          <a:solidFill>
            <a:srgbClr val="F7FAFD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95700" y="5532120"/>
            <a:ext cx="48006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1 seul jeu de données exploré</a:t>
            </a:r>
          </a:p>
          <a:p>
            <a:pPr algn="ctr">
              <a:defRPr sz="1100">
                <a:solidFill>
                  <a:srgbClr val="23282D"/>
                </a:solidFill>
              </a:defRPr>
            </a:pPr>
            <a:r>
              <a:t>Pertinent : beaucoup de vols + nombreuses variables à analyser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D0272B2-4155-1FFF-C709-A094140AAA76}"/>
              </a:ext>
            </a:extLst>
          </p:cNvPr>
          <p:cNvSpPr txBox="1"/>
          <p:nvPr/>
        </p:nvSpPr>
        <p:spPr>
          <a:xfrm>
            <a:off x="1051560" y="1734449"/>
            <a:ext cx="480060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000" dirty="0"/>
              <a:t>Bureau of Transportation </a:t>
            </a:r>
            <a:r>
              <a:rPr lang="fr-CA" sz="1000" dirty="0" err="1"/>
              <a:t>Statistics</a:t>
            </a:r>
            <a:r>
              <a:rPr lang="fr-CA" sz="1000" dirty="0"/>
              <a:t> • Organisme Gouvernemental Américain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04 • VARIABLES CLÉS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VARIABLES EXPLICATIVES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24028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ORIGIN_CITY_NAME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83464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DEST_CITY_NAME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42900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402336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DISTANCE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61772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70916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CRS_DEP_TIME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21208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50876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VARIABLES CIBLES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331720"/>
            <a:ext cx="466344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2423160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ARR_DEL15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246120"/>
            <a:ext cx="466344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0" y="3337560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ARR_DELAY_NEW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43400"/>
            <a:ext cx="4663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3755"/>
                </a:solidFill>
              </a:defRPr>
            </a:pPr>
            <a:r>
              <a:t>Classification  →  OUI / NON</a:t>
            </a:r>
          </a:p>
          <a:p>
            <a:pPr>
              <a:defRPr sz="1800" b="1">
                <a:solidFill>
                  <a:srgbClr val="193755"/>
                </a:solidFill>
              </a:defRPr>
            </a:pPr>
            <a:r>
              <a:t>Régression  → 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05 • EXPLORATION INITIALE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59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NULL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t>Valeurs manquantes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t>Encodage nécessaire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CORRÉLATION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40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t>Redondance possible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DOUBLONS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526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t>À vérifier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OUTLIERS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526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t>Valeurs aberrantes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DATA LEAKAGE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526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t>À surveiller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06 • PROCHAINES ÉTAPES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PRÉPARATION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94759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MODÉLISATION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79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OPTIMISATION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81159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72599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ÉVALUATION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9DCFA"/>
                </a:solidFill>
              </a:defRPr>
            </a:pPr>
            <a:r>
              <a:t>Nettoyer  •  Transformer  •  Tester  •  Comparer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260</Words>
  <Application>Microsoft Office PowerPoint</Application>
  <PresentationFormat>Grand écran</PresentationFormat>
  <Paragraphs>79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 seguin</cp:lastModifiedBy>
  <cp:revision>2</cp:revision>
  <dcterms:created xsi:type="dcterms:W3CDTF">2013-01-27T09:14:16Z</dcterms:created>
  <dcterms:modified xsi:type="dcterms:W3CDTF">2026-10-02T18:50:33Z</dcterms:modified>
  <cp:category/>
</cp:coreProperties>
</file>