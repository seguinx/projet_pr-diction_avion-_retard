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3" r:id="rId5"/>
    <p:sldId id="260" r:id="rId6"/>
    <p:sldId id="264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E2BBC6-32AC-4129-AF59-927F125864FC}" v="1" dt="2026-10-21T19:47:04.9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9935" autoAdjust="0"/>
  </p:normalViewPr>
  <p:slideViewPr>
    <p:cSldViewPr snapToGrid="0" snapToObjects="1">
      <p:cViewPr varScale="1">
        <p:scale>
          <a:sx n="99" d="100"/>
          <a:sy n="99" d="100"/>
        </p:scale>
        <p:origin x="996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 seguin" userId="c47c39593cf1707d" providerId="LiveId" clId="{56C82717-B78C-4079-A034-267DC212A18F}"/>
    <pc:docChg chg="undo custSel addSld delSld modSld sldOrd">
      <pc:chgData name="alex seguin" userId="c47c39593cf1707d" providerId="LiveId" clId="{56C82717-B78C-4079-A034-267DC212A18F}" dt="2026-10-21T20:02:19.311" v="416" actId="20577"/>
      <pc:docMkLst>
        <pc:docMk/>
      </pc:docMkLst>
      <pc:sldChg chg="modSp mod">
        <pc:chgData name="alex seguin" userId="c47c39593cf1707d" providerId="LiveId" clId="{56C82717-B78C-4079-A034-267DC212A18F}" dt="2026-10-21T20:02:19.311" v="416" actId="20577"/>
        <pc:sldMkLst>
          <pc:docMk/>
          <pc:sldMk cId="0" sldId="257"/>
        </pc:sldMkLst>
        <pc:spChg chg="mod">
          <ac:chgData name="alex seguin" userId="c47c39593cf1707d" providerId="LiveId" clId="{56C82717-B78C-4079-A034-267DC212A18F}" dt="2026-10-21T20:02:19.311" v="416" actId="20577"/>
          <ac:spMkLst>
            <pc:docMk/>
            <pc:sldMk cId="0" sldId="257"/>
            <ac:spMk id="5" creationId="{00000000-0000-0000-0000-000000000000}"/>
          </ac:spMkLst>
        </pc:spChg>
      </pc:sldChg>
      <pc:sldChg chg="addSp delSp modSp mod">
        <pc:chgData name="alex seguin" userId="c47c39593cf1707d" providerId="LiveId" clId="{56C82717-B78C-4079-A034-267DC212A18F}" dt="2026-10-20T14:58:11.379" v="293" actId="1076"/>
        <pc:sldMkLst>
          <pc:docMk/>
          <pc:sldMk cId="0" sldId="260"/>
        </pc:sldMkLst>
        <pc:spChg chg="mod">
          <ac:chgData name="alex seguin" userId="c47c39593cf1707d" providerId="LiveId" clId="{56C82717-B78C-4079-A034-267DC212A18F}" dt="2026-10-20T14:56:55.496" v="284" actId="20577"/>
          <ac:spMkLst>
            <pc:docMk/>
            <pc:sldMk cId="0" sldId="260"/>
            <ac:spMk id="2" creationId="{00000000-0000-0000-0000-000000000000}"/>
          </ac:spMkLst>
        </pc:spChg>
        <pc:spChg chg="mod">
          <ac:chgData name="alex seguin" userId="c47c39593cf1707d" providerId="LiveId" clId="{56C82717-B78C-4079-A034-267DC212A18F}" dt="2026-10-20T14:37:52.547" v="223" actId="20577"/>
          <ac:spMkLst>
            <pc:docMk/>
            <pc:sldMk cId="0" sldId="260"/>
            <ac:spMk id="6" creationId="{00000000-0000-0000-0000-000000000000}"/>
          </ac:spMkLst>
        </pc:spChg>
        <pc:spChg chg="mod">
          <ac:chgData name="alex seguin" userId="c47c39593cf1707d" providerId="LiveId" clId="{56C82717-B78C-4079-A034-267DC212A18F}" dt="2026-10-20T14:38:16.560" v="232" actId="20577"/>
          <ac:spMkLst>
            <pc:docMk/>
            <pc:sldMk cId="0" sldId="260"/>
            <ac:spMk id="8" creationId="{00000000-0000-0000-0000-000000000000}"/>
          </ac:spMkLst>
        </pc:spChg>
        <pc:spChg chg="mod">
          <ac:chgData name="alex seguin" userId="c47c39593cf1707d" providerId="LiveId" clId="{56C82717-B78C-4079-A034-267DC212A18F}" dt="2026-10-20T14:38:33.513" v="238" actId="20577"/>
          <ac:spMkLst>
            <pc:docMk/>
            <pc:sldMk cId="0" sldId="260"/>
            <ac:spMk id="10" creationId="{00000000-0000-0000-0000-000000000000}"/>
          </ac:spMkLst>
        </pc:spChg>
        <pc:spChg chg="del">
          <ac:chgData name="alex seguin" userId="c47c39593cf1707d" providerId="LiveId" clId="{56C82717-B78C-4079-A034-267DC212A18F}" dt="2026-10-20T14:57:48.087" v="286" actId="478"/>
          <ac:spMkLst>
            <pc:docMk/>
            <pc:sldMk cId="0" sldId="260"/>
            <ac:spMk id="15" creationId="{00000000-0000-0000-0000-000000000000}"/>
          </ac:spMkLst>
        </pc:spChg>
        <pc:spChg chg="del">
          <ac:chgData name="alex seguin" userId="c47c39593cf1707d" providerId="LiveId" clId="{56C82717-B78C-4079-A034-267DC212A18F}" dt="2026-10-20T14:57:48.087" v="286" actId="478"/>
          <ac:spMkLst>
            <pc:docMk/>
            <pc:sldMk cId="0" sldId="260"/>
            <ac:spMk id="16" creationId="{00000000-0000-0000-0000-000000000000}"/>
          </ac:spMkLst>
        </pc:spChg>
        <pc:spChg chg="del">
          <ac:chgData name="alex seguin" userId="c47c39593cf1707d" providerId="LiveId" clId="{56C82717-B78C-4079-A034-267DC212A18F}" dt="2026-10-20T14:57:48.087" v="286" actId="478"/>
          <ac:spMkLst>
            <pc:docMk/>
            <pc:sldMk cId="0" sldId="260"/>
            <ac:spMk id="17" creationId="{00000000-0000-0000-0000-000000000000}"/>
          </ac:spMkLst>
        </pc:spChg>
        <pc:spChg chg="del mod">
          <ac:chgData name="alex seguin" userId="c47c39593cf1707d" providerId="LiveId" clId="{56C82717-B78C-4079-A034-267DC212A18F}" dt="2026-10-20T14:57:48.087" v="286" actId="478"/>
          <ac:spMkLst>
            <pc:docMk/>
            <pc:sldMk cId="0" sldId="260"/>
            <ac:spMk id="18" creationId="{00000000-0000-0000-0000-000000000000}"/>
          </ac:spMkLst>
        </pc:spChg>
        <pc:spChg chg="del">
          <ac:chgData name="alex seguin" userId="c47c39593cf1707d" providerId="LiveId" clId="{56C82717-B78C-4079-A034-267DC212A18F}" dt="2026-10-20T14:57:42.407" v="285" actId="478"/>
          <ac:spMkLst>
            <pc:docMk/>
            <pc:sldMk cId="0" sldId="260"/>
            <ac:spMk id="19" creationId="{00000000-0000-0000-0000-000000000000}"/>
          </ac:spMkLst>
        </pc:spChg>
        <pc:spChg chg="del mod">
          <ac:chgData name="alex seguin" userId="c47c39593cf1707d" providerId="LiveId" clId="{56C82717-B78C-4079-A034-267DC212A18F}" dt="2026-10-20T14:57:48.087" v="286" actId="478"/>
          <ac:spMkLst>
            <pc:docMk/>
            <pc:sldMk cId="0" sldId="260"/>
            <ac:spMk id="20" creationId="{00000000-0000-0000-0000-000000000000}"/>
          </ac:spMkLst>
        </pc:spChg>
        <pc:spChg chg="del mod">
          <ac:chgData name="alex seguin" userId="c47c39593cf1707d" providerId="LiveId" clId="{56C82717-B78C-4079-A034-267DC212A18F}" dt="2026-10-20T14:58:06.998" v="292" actId="478"/>
          <ac:spMkLst>
            <pc:docMk/>
            <pc:sldMk cId="0" sldId="260"/>
            <ac:spMk id="21" creationId="{00000000-0000-0000-0000-000000000000}"/>
          </ac:spMkLst>
        </pc:spChg>
        <pc:spChg chg="add del mod">
          <ac:chgData name="alex seguin" userId="c47c39593cf1707d" providerId="LiveId" clId="{56C82717-B78C-4079-A034-267DC212A18F}" dt="2026-10-20T14:39:05.990" v="241"/>
          <ac:spMkLst>
            <pc:docMk/>
            <pc:sldMk cId="0" sldId="260"/>
            <ac:spMk id="23" creationId="{33F5E9A1-93F0-7880-D11D-F04DB5562C12}"/>
          </ac:spMkLst>
        </pc:spChg>
        <pc:picChg chg="add mod">
          <ac:chgData name="alex seguin" userId="c47c39593cf1707d" providerId="LiveId" clId="{56C82717-B78C-4079-A034-267DC212A18F}" dt="2026-10-20T14:58:11.379" v="293" actId="1076"/>
          <ac:picMkLst>
            <pc:docMk/>
            <pc:sldMk cId="0" sldId="260"/>
            <ac:picMk id="24" creationId="{DC3AB369-9CE4-42C7-62CE-AF0F44415EC3}"/>
          </ac:picMkLst>
        </pc:picChg>
      </pc:sldChg>
      <pc:sldChg chg="modSp mod">
        <pc:chgData name="alex seguin" userId="c47c39593cf1707d" providerId="LiveId" clId="{56C82717-B78C-4079-A034-267DC212A18F}" dt="2026-10-20T18:27:15.917" v="375" actId="20577"/>
        <pc:sldMkLst>
          <pc:docMk/>
          <pc:sldMk cId="0" sldId="261"/>
        </pc:sldMkLst>
        <pc:spChg chg="mod">
          <ac:chgData name="alex seguin" userId="c47c39593cf1707d" providerId="LiveId" clId="{56C82717-B78C-4079-A034-267DC212A18F}" dt="2026-10-20T15:37:45.356" v="353" actId="20577"/>
          <ac:spMkLst>
            <pc:docMk/>
            <pc:sldMk cId="0" sldId="261"/>
            <ac:spMk id="5" creationId="{00000000-0000-0000-0000-000000000000}"/>
          </ac:spMkLst>
        </pc:spChg>
        <pc:spChg chg="mod">
          <ac:chgData name="alex seguin" userId="c47c39593cf1707d" providerId="LiveId" clId="{56C82717-B78C-4079-A034-267DC212A18F}" dt="2026-10-20T15:40:39.528" v="355" actId="20577"/>
          <ac:spMkLst>
            <pc:docMk/>
            <pc:sldMk cId="0" sldId="261"/>
            <ac:spMk id="11" creationId="{00000000-0000-0000-0000-000000000000}"/>
          </ac:spMkLst>
        </pc:spChg>
        <pc:spChg chg="mod">
          <ac:chgData name="alex seguin" userId="c47c39593cf1707d" providerId="LiveId" clId="{56C82717-B78C-4079-A034-267DC212A18F}" dt="2026-10-20T15:41:46.907" v="360" actId="20577"/>
          <ac:spMkLst>
            <pc:docMk/>
            <pc:sldMk cId="0" sldId="261"/>
            <ac:spMk id="14" creationId="{00000000-0000-0000-0000-000000000000}"/>
          </ac:spMkLst>
        </pc:spChg>
        <pc:spChg chg="mod">
          <ac:chgData name="alex seguin" userId="c47c39593cf1707d" providerId="LiveId" clId="{56C82717-B78C-4079-A034-267DC212A18F}" dt="2026-10-20T18:27:15.917" v="375" actId="20577"/>
          <ac:spMkLst>
            <pc:docMk/>
            <pc:sldMk cId="0" sldId="261"/>
            <ac:spMk id="17" creationId="{00000000-0000-0000-0000-000000000000}"/>
          </ac:spMkLst>
        </pc:spChg>
      </pc:sldChg>
      <pc:sldChg chg="addSp delSp modSp mod">
        <pc:chgData name="alex seguin" userId="c47c39593cf1707d" providerId="LiveId" clId="{56C82717-B78C-4079-A034-267DC212A18F}" dt="2026-10-21T19:58:18.883" v="403" actId="1076"/>
        <pc:sldMkLst>
          <pc:docMk/>
          <pc:sldMk cId="0" sldId="262"/>
        </pc:sldMkLst>
        <pc:spChg chg="del">
          <ac:chgData name="alex seguin" userId="c47c39593cf1707d" providerId="LiveId" clId="{56C82717-B78C-4079-A034-267DC212A18F}" dt="2026-10-21T19:47:34.872" v="390" actId="478"/>
          <ac:spMkLst>
            <pc:docMk/>
            <pc:sldMk cId="0" sldId="262"/>
            <ac:spMk id="3" creationId="{00000000-0000-0000-0000-000000000000}"/>
          </ac:spMkLst>
        </pc:spChg>
        <pc:spChg chg="del">
          <ac:chgData name="alex seguin" userId="c47c39593cf1707d" providerId="LiveId" clId="{56C82717-B78C-4079-A034-267DC212A18F}" dt="2026-10-21T19:47:34.872" v="390" actId="478"/>
          <ac:spMkLst>
            <pc:docMk/>
            <pc:sldMk cId="0" sldId="262"/>
            <ac:spMk id="4" creationId="{00000000-0000-0000-0000-000000000000}"/>
          </ac:spMkLst>
        </pc:spChg>
        <pc:spChg chg="del">
          <ac:chgData name="alex seguin" userId="c47c39593cf1707d" providerId="LiveId" clId="{56C82717-B78C-4079-A034-267DC212A18F}" dt="2026-10-21T19:47:34.872" v="390" actId="478"/>
          <ac:spMkLst>
            <pc:docMk/>
            <pc:sldMk cId="0" sldId="262"/>
            <ac:spMk id="5" creationId="{00000000-0000-0000-0000-000000000000}"/>
          </ac:spMkLst>
        </pc:spChg>
        <pc:spChg chg="del">
          <ac:chgData name="alex seguin" userId="c47c39593cf1707d" providerId="LiveId" clId="{56C82717-B78C-4079-A034-267DC212A18F}" dt="2026-10-21T19:47:34.872" v="390" actId="478"/>
          <ac:spMkLst>
            <pc:docMk/>
            <pc:sldMk cId="0" sldId="262"/>
            <ac:spMk id="6" creationId="{00000000-0000-0000-0000-000000000000}"/>
          </ac:spMkLst>
        </pc:spChg>
        <pc:spChg chg="del">
          <ac:chgData name="alex seguin" userId="c47c39593cf1707d" providerId="LiveId" clId="{56C82717-B78C-4079-A034-267DC212A18F}" dt="2026-10-21T19:47:34.872" v="390" actId="478"/>
          <ac:spMkLst>
            <pc:docMk/>
            <pc:sldMk cId="0" sldId="262"/>
            <ac:spMk id="7" creationId="{00000000-0000-0000-0000-000000000000}"/>
          </ac:spMkLst>
        </pc:spChg>
        <pc:spChg chg="del">
          <ac:chgData name="alex seguin" userId="c47c39593cf1707d" providerId="LiveId" clId="{56C82717-B78C-4079-A034-267DC212A18F}" dt="2026-10-21T19:47:34.872" v="390" actId="478"/>
          <ac:spMkLst>
            <pc:docMk/>
            <pc:sldMk cId="0" sldId="262"/>
            <ac:spMk id="8" creationId="{00000000-0000-0000-0000-000000000000}"/>
          </ac:spMkLst>
        </pc:spChg>
        <pc:spChg chg="del">
          <ac:chgData name="alex seguin" userId="c47c39593cf1707d" providerId="LiveId" clId="{56C82717-B78C-4079-A034-267DC212A18F}" dt="2026-10-21T19:47:34.872" v="390" actId="478"/>
          <ac:spMkLst>
            <pc:docMk/>
            <pc:sldMk cId="0" sldId="262"/>
            <ac:spMk id="9" creationId="{00000000-0000-0000-0000-000000000000}"/>
          </ac:spMkLst>
        </pc:spChg>
        <pc:spChg chg="del">
          <ac:chgData name="alex seguin" userId="c47c39593cf1707d" providerId="LiveId" clId="{56C82717-B78C-4079-A034-267DC212A18F}" dt="2026-10-21T19:47:34.872" v="390" actId="478"/>
          <ac:spMkLst>
            <pc:docMk/>
            <pc:sldMk cId="0" sldId="262"/>
            <ac:spMk id="10" creationId="{00000000-0000-0000-0000-000000000000}"/>
          </ac:spMkLst>
        </pc:spChg>
        <pc:spChg chg="del mod">
          <ac:chgData name="alex seguin" userId="c47c39593cf1707d" providerId="LiveId" clId="{56C82717-B78C-4079-A034-267DC212A18F}" dt="2026-10-21T19:39:09.643" v="386" actId="478"/>
          <ac:spMkLst>
            <pc:docMk/>
            <pc:sldMk cId="0" sldId="262"/>
            <ac:spMk id="11" creationId="{00000000-0000-0000-0000-000000000000}"/>
          </ac:spMkLst>
        </pc:spChg>
        <pc:spChg chg="add mod">
          <ac:chgData name="alex seguin" userId="c47c39593cf1707d" providerId="LiveId" clId="{56C82717-B78C-4079-A034-267DC212A18F}" dt="2026-10-21T19:58:18.883" v="403" actId="1076"/>
          <ac:spMkLst>
            <pc:docMk/>
            <pc:sldMk cId="0" sldId="262"/>
            <ac:spMk id="14" creationId="{A7B1C36E-5A28-DAF5-972B-A689366F1964}"/>
          </ac:spMkLst>
        </pc:spChg>
        <pc:spChg chg="add mod">
          <ac:chgData name="alex seguin" userId="c47c39593cf1707d" providerId="LiveId" clId="{56C82717-B78C-4079-A034-267DC212A18F}" dt="2026-10-21T19:58:18.883" v="403" actId="1076"/>
          <ac:spMkLst>
            <pc:docMk/>
            <pc:sldMk cId="0" sldId="262"/>
            <ac:spMk id="16" creationId="{C9B5D37F-0762-C629-EAA8-DA5285A61CDD}"/>
          </ac:spMkLst>
        </pc:spChg>
        <pc:spChg chg="mod">
          <ac:chgData name="alex seguin" userId="c47c39593cf1707d" providerId="LiveId" clId="{56C82717-B78C-4079-A034-267DC212A18F}" dt="2026-10-21T19:47:58.706" v="397" actId="1076"/>
          <ac:spMkLst>
            <pc:docMk/>
            <pc:sldMk cId="0" sldId="262"/>
            <ac:spMk id="20" creationId="{A4F86B7F-FFDE-9AA2-0098-3C4CBE636D97}"/>
          </ac:spMkLst>
        </pc:spChg>
        <pc:spChg chg="add mod">
          <ac:chgData name="alex seguin" userId="c47c39593cf1707d" providerId="LiveId" clId="{56C82717-B78C-4079-A034-267DC212A18F}" dt="2026-10-21T19:58:18.883" v="403" actId="1076"/>
          <ac:spMkLst>
            <pc:docMk/>
            <pc:sldMk cId="0" sldId="262"/>
            <ac:spMk id="24" creationId="{AE2B48B7-690A-DA1A-57BF-5F33AED832DC}"/>
          </ac:spMkLst>
        </pc:spChg>
        <pc:spChg chg="add mod">
          <ac:chgData name="alex seguin" userId="c47c39593cf1707d" providerId="LiveId" clId="{56C82717-B78C-4079-A034-267DC212A18F}" dt="2026-10-21T19:58:18.883" v="403" actId="1076"/>
          <ac:spMkLst>
            <pc:docMk/>
            <pc:sldMk cId="0" sldId="262"/>
            <ac:spMk id="26" creationId="{4DF3A866-B3D2-F35E-98DA-A980052C2893}"/>
          </ac:spMkLst>
        </pc:spChg>
        <pc:spChg chg="add mod">
          <ac:chgData name="alex seguin" userId="c47c39593cf1707d" providerId="LiveId" clId="{56C82717-B78C-4079-A034-267DC212A18F}" dt="2026-10-21T19:58:18.883" v="403" actId="1076"/>
          <ac:spMkLst>
            <pc:docMk/>
            <pc:sldMk cId="0" sldId="262"/>
            <ac:spMk id="28" creationId="{03BE9589-7592-94FC-F059-40D5495CE150}"/>
          </ac:spMkLst>
        </pc:spChg>
        <pc:spChg chg="add mod">
          <ac:chgData name="alex seguin" userId="c47c39593cf1707d" providerId="LiveId" clId="{56C82717-B78C-4079-A034-267DC212A18F}" dt="2026-10-21T19:58:18.883" v="403" actId="1076"/>
          <ac:spMkLst>
            <pc:docMk/>
            <pc:sldMk cId="0" sldId="262"/>
            <ac:spMk id="30" creationId="{276137B4-FFB0-8540-88BA-599048AFD9F6}"/>
          </ac:spMkLst>
        </pc:spChg>
        <pc:spChg chg="mod">
          <ac:chgData name="alex seguin" userId="c47c39593cf1707d" providerId="LiveId" clId="{56C82717-B78C-4079-A034-267DC212A18F}" dt="2026-10-21T19:47:51.055" v="394" actId="1076"/>
          <ac:spMkLst>
            <pc:docMk/>
            <pc:sldMk cId="0" sldId="262"/>
            <ac:spMk id="32" creationId="{04C09199-4554-0BF0-EA11-CFB4A6D8EE86}"/>
          </ac:spMkLst>
        </pc:spChg>
        <pc:spChg chg="mod">
          <ac:chgData name="alex seguin" userId="c47c39593cf1707d" providerId="LiveId" clId="{56C82717-B78C-4079-A034-267DC212A18F}" dt="2026-10-21T19:47:51.055" v="394" actId="1076"/>
          <ac:spMkLst>
            <pc:docMk/>
            <pc:sldMk cId="0" sldId="262"/>
            <ac:spMk id="34" creationId="{3267D279-A24C-D93C-C241-792CC4B9ECCD}"/>
          </ac:spMkLst>
        </pc:spChg>
        <pc:spChg chg="mod">
          <ac:chgData name="alex seguin" userId="c47c39593cf1707d" providerId="LiveId" clId="{56C82717-B78C-4079-A034-267DC212A18F}" dt="2026-10-21T19:47:55.462" v="395" actId="1076"/>
          <ac:spMkLst>
            <pc:docMk/>
            <pc:sldMk cId="0" sldId="262"/>
            <ac:spMk id="36" creationId="{334C81F5-B1F2-87BB-8857-61750FA9FC66}"/>
          </ac:spMkLst>
        </pc:spChg>
        <pc:spChg chg="mod">
          <ac:chgData name="alex seguin" userId="c47c39593cf1707d" providerId="LiveId" clId="{56C82717-B78C-4079-A034-267DC212A18F}" dt="2026-10-21T19:47:55.462" v="395" actId="1076"/>
          <ac:spMkLst>
            <pc:docMk/>
            <pc:sldMk cId="0" sldId="262"/>
            <ac:spMk id="38" creationId="{05073E37-D94D-5EDB-B98C-A51AF4E21BBE}"/>
          </ac:spMkLst>
        </pc:spChg>
        <pc:spChg chg="mod">
          <ac:chgData name="alex seguin" userId="c47c39593cf1707d" providerId="LiveId" clId="{56C82717-B78C-4079-A034-267DC212A18F}" dt="2026-10-21T19:48:05.819" v="398" actId="1076"/>
          <ac:spMkLst>
            <pc:docMk/>
            <pc:sldMk cId="0" sldId="262"/>
            <ac:spMk id="40" creationId="{44D85C2F-9F7A-B02F-A53D-3794B6198B6A}"/>
          </ac:spMkLst>
        </pc:spChg>
        <pc:spChg chg="mod">
          <ac:chgData name="alex seguin" userId="c47c39593cf1707d" providerId="LiveId" clId="{56C82717-B78C-4079-A034-267DC212A18F}" dt="2026-10-21T19:48:05.819" v="398" actId="1076"/>
          <ac:spMkLst>
            <pc:docMk/>
            <pc:sldMk cId="0" sldId="262"/>
            <ac:spMk id="42" creationId="{70F73380-B613-6953-61F1-F5E200D39F84}"/>
          </ac:spMkLst>
        </pc:spChg>
        <pc:spChg chg="add mod">
          <ac:chgData name="alex seguin" userId="c47c39593cf1707d" providerId="LiveId" clId="{56C82717-B78C-4079-A034-267DC212A18F}" dt="2026-10-21T19:58:18.883" v="403" actId="1076"/>
          <ac:spMkLst>
            <pc:docMk/>
            <pc:sldMk cId="0" sldId="262"/>
            <ac:spMk id="44" creationId="{DB2452FF-A6FB-7B86-8B5F-4B5A0AB3E230}"/>
          </ac:spMkLst>
        </pc:spChg>
        <pc:spChg chg="add mod">
          <ac:chgData name="alex seguin" userId="c47c39593cf1707d" providerId="LiveId" clId="{56C82717-B78C-4079-A034-267DC212A18F}" dt="2026-10-21T19:58:18.883" v="403" actId="1076"/>
          <ac:spMkLst>
            <pc:docMk/>
            <pc:sldMk cId="0" sldId="262"/>
            <ac:spMk id="46" creationId="{AA7BE2F5-4106-02CD-6595-E7D03148A825}"/>
          </ac:spMkLst>
        </pc:spChg>
        <pc:spChg chg="add mod">
          <ac:chgData name="alex seguin" userId="c47c39593cf1707d" providerId="LiveId" clId="{56C82717-B78C-4079-A034-267DC212A18F}" dt="2026-10-21T19:58:18.883" v="403" actId="1076"/>
          <ac:spMkLst>
            <pc:docMk/>
            <pc:sldMk cId="0" sldId="262"/>
            <ac:spMk id="48" creationId="{07BAD72D-34B8-CEB2-1785-0763E3CCA7E0}"/>
          </ac:spMkLst>
        </pc:spChg>
        <pc:spChg chg="add mod">
          <ac:chgData name="alex seguin" userId="c47c39593cf1707d" providerId="LiveId" clId="{56C82717-B78C-4079-A034-267DC212A18F}" dt="2026-10-21T19:58:18.883" v="403" actId="1076"/>
          <ac:spMkLst>
            <pc:docMk/>
            <pc:sldMk cId="0" sldId="262"/>
            <ac:spMk id="50" creationId="{CB51A8F4-30EE-D2AB-E647-9E3EF57FDA24}"/>
          </ac:spMkLst>
        </pc:spChg>
      </pc:sldChg>
      <pc:sldChg chg="add setBg">
        <pc:chgData name="alex seguin" userId="c47c39593cf1707d" providerId="LiveId" clId="{56C82717-B78C-4079-A034-267DC212A18F}" dt="2026-10-19T22:40:46.270" v="198"/>
        <pc:sldMkLst>
          <pc:docMk/>
          <pc:sldMk cId="0" sldId="263"/>
        </pc:sldMkLst>
      </pc:sldChg>
      <pc:sldChg chg="addSp delSp modSp add mod setBg">
        <pc:chgData name="alex seguin" userId="c47c39593cf1707d" providerId="LiveId" clId="{56C82717-B78C-4079-A034-267DC212A18F}" dt="2026-10-20T15:16:33.171" v="299" actId="1076"/>
        <pc:sldMkLst>
          <pc:docMk/>
          <pc:sldMk cId="0" sldId="264"/>
        </pc:sldMkLst>
        <pc:spChg chg="del">
          <ac:chgData name="alex seguin" userId="c47c39593cf1707d" providerId="LiveId" clId="{56C82717-B78C-4079-A034-267DC212A18F}" dt="2026-10-20T15:16:19.847" v="295" actId="478"/>
          <ac:spMkLst>
            <pc:docMk/>
            <pc:sldMk cId="0" sldId="264"/>
            <ac:spMk id="14" creationId="{00000000-0000-0000-0000-000000000000}"/>
          </ac:spMkLst>
        </pc:spChg>
        <pc:spChg chg="del">
          <ac:chgData name="alex seguin" userId="c47c39593cf1707d" providerId="LiveId" clId="{56C82717-B78C-4079-A034-267DC212A18F}" dt="2026-10-20T15:16:14.547" v="294" actId="478"/>
          <ac:spMkLst>
            <pc:docMk/>
            <pc:sldMk cId="0" sldId="264"/>
            <ac:spMk id="15" creationId="{00000000-0000-0000-0000-000000000000}"/>
          </ac:spMkLst>
        </pc:spChg>
        <pc:spChg chg="del">
          <ac:chgData name="alex seguin" userId="c47c39593cf1707d" providerId="LiveId" clId="{56C82717-B78C-4079-A034-267DC212A18F}" dt="2026-10-20T15:16:14.547" v="294" actId="478"/>
          <ac:spMkLst>
            <pc:docMk/>
            <pc:sldMk cId="0" sldId="264"/>
            <ac:spMk id="16" creationId="{00000000-0000-0000-0000-000000000000}"/>
          </ac:spMkLst>
        </pc:spChg>
        <pc:spChg chg="del">
          <ac:chgData name="alex seguin" userId="c47c39593cf1707d" providerId="LiveId" clId="{56C82717-B78C-4079-A034-267DC212A18F}" dt="2026-10-20T15:16:14.547" v="294" actId="478"/>
          <ac:spMkLst>
            <pc:docMk/>
            <pc:sldMk cId="0" sldId="264"/>
            <ac:spMk id="17" creationId="{00000000-0000-0000-0000-000000000000}"/>
          </ac:spMkLst>
        </pc:spChg>
        <pc:spChg chg="del">
          <ac:chgData name="alex seguin" userId="c47c39593cf1707d" providerId="LiveId" clId="{56C82717-B78C-4079-A034-267DC212A18F}" dt="2026-10-20T15:16:14.547" v="294" actId="478"/>
          <ac:spMkLst>
            <pc:docMk/>
            <pc:sldMk cId="0" sldId="264"/>
            <ac:spMk id="18" creationId="{00000000-0000-0000-0000-000000000000}"/>
          </ac:spMkLst>
        </pc:spChg>
        <pc:spChg chg="del">
          <ac:chgData name="alex seguin" userId="c47c39593cf1707d" providerId="LiveId" clId="{56C82717-B78C-4079-A034-267DC212A18F}" dt="2026-10-20T15:16:14.547" v="294" actId="478"/>
          <ac:spMkLst>
            <pc:docMk/>
            <pc:sldMk cId="0" sldId="264"/>
            <ac:spMk id="19" creationId="{00000000-0000-0000-0000-000000000000}"/>
          </ac:spMkLst>
        </pc:spChg>
        <pc:spChg chg="del">
          <ac:chgData name="alex seguin" userId="c47c39593cf1707d" providerId="LiveId" clId="{56C82717-B78C-4079-A034-267DC212A18F}" dt="2026-10-20T15:16:14.547" v="294" actId="478"/>
          <ac:spMkLst>
            <pc:docMk/>
            <pc:sldMk cId="0" sldId="264"/>
            <ac:spMk id="20" creationId="{00000000-0000-0000-0000-000000000000}"/>
          </ac:spMkLst>
        </pc:spChg>
        <pc:spChg chg="del">
          <ac:chgData name="alex seguin" userId="c47c39593cf1707d" providerId="LiveId" clId="{56C82717-B78C-4079-A034-267DC212A18F}" dt="2026-10-20T15:16:14.547" v="294" actId="478"/>
          <ac:spMkLst>
            <pc:docMk/>
            <pc:sldMk cId="0" sldId="264"/>
            <ac:spMk id="22" creationId="{00000000-0000-0000-0000-000000000000}"/>
          </ac:spMkLst>
        </pc:spChg>
        <pc:spChg chg="del">
          <ac:chgData name="alex seguin" userId="c47c39593cf1707d" providerId="LiveId" clId="{56C82717-B78C-4079-A034-267DC212A18F}" dt="2026-10-20T15:16:14.547" v="294" actId="478"/>
          <ac:spMkLst>
            <pc:docMk/>
            <pc:sldMk cId="0" sldId="264"/>
            <ac:spMk id="26" creationId="{00000000-0000-0000-0000-000000000000}"/>
          </ac:spMkLst>
        </pc:spChg>
        <pc:spChg chg="del">
          <ac:chgData name="alex seguin" userId="c47c39593cf1707d" providerId="LiveId" clId="{56C82717-B78C-4079-A034-267DC212A18F}" dt="2026-10-20T15:16:14.547" v="294" actId="478"/>
          <ac:spMkLst>
            <pc:docMk/>
            <pc:sldMk cId="0" sldId="264"/>
            <ac:spMk id="27" creationId="{00000000-0000-0000-0000-000000000000}"/>
          </ac:spMkLst>
        </pc:spChg>
        <pc:spChg chg="del">
          <ac:chgData name="alex seguin" userId="c47c39593cf1707d" providerId="LiveId" clId="{56C82717-B78C-4079-A034-267DC212A18F}" dt="2026-10-20T15:16:14.547" v="294" actId="478"/>
          <ac:spMkLst>
            <pc:docMk/>
            <pc:sldMk cId="0" sldId="264"/>
            <ac:spMk id="28" creationId="{00000000-0000-0000-0000-000000000000}"/>
          </ac:spMkLst>
        </pc:spChg>
        <pc:picChg chg="add mod">
          <ac:chgData name="alex seguin" userId="c47c39593cf1707d" providerId="LiveId" clId="{56C82717-B78C-4079-A034-267DC212A18F}" dt="2026-10-20T15:16:33.171" v="299" actId="1076"/>
          <ac:picMkLst>
            <pc:docMk/>
            <pc:sldMk cId="0" sldId="264"/>
            <ac:picMk id="31" creationId="{834FF45B-2E47-ACA2-1724-27A8CA68B566}"/>
          </ac:picMkLst>
        </pc:picChg>
      </pc:sldChg>
      <pc:sldChg chg="add del setBg">
        <pc:chgData name="alex seguin" userId="c47c39593cf1707d" providerId="LiveId" clId="{56C82717-B78C-4079-A034-267DC212A18F}" dt="2026-10-21T19:57:53.893" v="400" actId="2696"/>
        <pc:sldMkLst>
          <pc:docMk/>
          <pc:sldMk cId="0" sldId="265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37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234440"/>
            <a:ext cx="1069848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</a:defRPr>
            </a:pPr>
            <a:r>
              <a:t>✈ VOLARUS</a:t>
            </a:r>
          </a:p>
          <a:p>
            <a:pPr>
              <a:defRPr sz="3000" b="1">
                <a:solidFill>
                  <a:srgbClr val="B9DCFA"/>
                </a:solidFill>
              </a:defRPr>
            </a:pPr>
            <a:r>
              <a:t>PRÉDIRE LES RETARDS DE VOL</a:t>
            </a:r>
          </a:p>
          <a:p>
            <a:pPr>
              <a:defRPr sz="1700">
                <a:solidFill>
                  <a:srgbClr val="FFFFFF"/>
                </a:solidFill>
              </a:defRPr>
            </a:pPr>
            <a:r>
              <a:t>Jalon 1 • Données &amp; première exploration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4160520"/>
            <a:ext cx="2743200" cy="594360"/>
          </a:xfrm>
          <a:prstGeom prst="roundRect">
            <a:avLst/>
          </a:prstGeom>
          <a:solidFill>
            <a:srgbClr val="F0F7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4251959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93755"/>
                </a:solidFill>
              </a:defRPr>
            </a:pPr>
            <a:r>
              <a:t>Alex Séguin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03320" y="4160520"/>
            <a:ext cx="2971800" cy="594360"/>
          </a:xfrm>
          <a:prstGeom prst="roundRect">
            <a:avLst/>
          </a:prstGeom>
          <a:solidFill>
            <a:srgbClr val="F0F7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840480" y="4251959"/>
            <a:ext cx="2697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193755"/>
                </a:solidFill>
              </a:defRPr>
            </a:pPr>
            <a:r>
              <a:t>Jérémie Tremblay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5"/>
                </a:solidFill>
              </a:defRPr>
            </a:pPr>
            <a:r>
              <a:t>01 • DÉFINITION DU PROBLÈME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34440"/>
            <a:ext cx="5257800" cy="196596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93755"/>
                </a:solidFill>
              </a:defRPr>
            </a:pPr>
            <a:r>
              <a:t>1 • CLIENT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3936" y="2011680"/>
            <a:ext cx="3150093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3282D"/>
                </a:solidFill>
              </a:defRPr>
            </a:pPr>
            <a:r>
              <a:rPr dirty="0" err="1"/>
              <a:t>Volarus</a:t>
            </a:r>
            <a:endParaRPr dirty="0"/>
          </a:p>
          <a:p>
            <a:pPr algn="ctr">
              <a:defRPr sz="1600" b="0">
                <a:solidFill>
                  <a:srgbClr val="23282D"/>
                </a:solidFill>
              </a:defRPr>
            </a:pPr>
            <a:r>
              <a:rPr dirty="0"/>
              <a:t>✈ Compagnie </a:t>
            </a:r>
            <a:r>
              <a:rPr dirty="0" err="1"/>
              <a:t>aérienne</a:t>
            </a:r>
            <a:r>
              <a:rPr lang="en-US"/>
              <a:t> Américaine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6263640" y="1234440"/>
            <a:ext cx="5257800" cy="1965960"/>
          </a:xfrm>
          <a:prstGeom prst="roundRect">
            <a:avLst/>
          </a:prstGeom>
          <a:solidFill>
            <a:srgbClr val="F0F7FC"/>
          </a:solidFill>
          <a:ln>
            <a:solidFill>
              <a:srgbClr val="F0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0" y="146304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93755"/>
                </a:solidFill>
              </a:defRPr>
            </a:pPr>
            <a:r>
              <a:t>2 • PROBLÈME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2011680"/>
            <a:ext cx="48006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3282D"/>
                </a:solidFill>
              </a:defRPr>
            </a:pPr>
            <a:r>
              <a:t>Retards imprévisibles</a:t>
            </a:r>
          </a:p>
          <a:p>
            <a:pPr algn="ctr">
              <a:defRPr sz="1600" b="0">
                <a:solidFill>
                  <a:srgbClr val="23282D"/>
                </a:solidFill>
              </a:defRPr>
            </a:pPr>
            <a:r>
              <a:t>Durée inconnue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657600"/>
            <a:ext cx="5257800" cy="1965960"/>
          </a:xfrm>
          <a:prstGeom prst="roundRect">
            <a:avLst/>
          </a:prstGeom>
          <a:solidFill>
            <a:srgbClr val="F0F7FC"/>
          </a:solidFill>
          <a:ln>
            <a:solidFill>
              <a:srgbClr val="50A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388620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93755"/>
                </a:solidFill>
              </a:defRPr>
            </a:pPr>
            <a:r>
              <a:t>3 • CAUSES / ENJEUX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434840"/>
            <a:ext cx="48006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3282D"/>
                </a:solidFill>
              </a:defRPr>
            </a:pPr>
            <a:r>
              <a:t>Clients frustrés</a:t>
            </a:r>
          </a:p>
          <a:p>
            <a:pPr algn="ctr">
              <a:defRPr sz="1600" b="0">
                <a:solidFill>
                  <a:srgbClr val="23282D"/>
                </a:solidFill>
              </a:defRPr>
            </a:pPr>
            <a:r>
              <a:t>Stress • surcharge</a:t>
            </a:r>
          </a:p>
          <a:p>
            <a:pPr algn="ctr">
              <a:defRPr sz="1600" b="0">
                <a:solidFill>
                  <a:srgbClr val="23282D"/>
                </a:solidFill>
              </a:defRPr>
            </a:pPr>
            <a:r>
              <a:t>Effet en chaîne • pertes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657600"/>
            <a:ext cx="5257800" cy="196596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3886200"/>
            <a:ext cx="4800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93755"/>
                </a:solidFill>
              </a:defRPr>
            </a:pPr>
            <a:r>
              <a:t>6 • SOLUTION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434840"/>
            <a:ext cx="48006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3282D"/>
                </a:solidFill>
              </a:defRPr>
            </a:pPr>
            <a:r>
              <a:t>Classification</a:t>
            </a:r>
          </a:p>
          <a:p>
            <a:pPr algn="ctr">
              <a:defRPr sz="1600" b="0">
                <a:solidFill>
                  <a:srgbClr val="23282D"/>
                </a:solidFill>
              </a:defRPr>
            </a:pPr>
            <a:r>
              <a:t>+ Régression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6539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28C96"/>
                </a:solidFill>
              </a:defRPr>
            </a:pPr>
            <a:r>
              <a:t>VOLARUS • PROJET IA • ÉQUIPE 14                            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5"/>
                </a:solidFill>
              </a:defRPr>
            </a:pPr>
            <a:r>
              <a:t>02 • OBJECTIFS &amp; PÉRIMÈTRE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17320"/>
            <a:ext cx="3429000" cy="438912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691640"/>
            <a:ext cx="2971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93755"/>
                </a:solidFill>
              </a:defRPr>
            </a:pPr>
            <a:r>
              <a:t>OBJECTIFS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19" y="2423160"/>
            <a:ext cx="2788920" cy="2834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Classification ≥ 70 %</a:t>
            </a:r>
          </a:p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Retard : ±15 min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17320"/>
            <a:ext cx="3429000" cy="4389120"/>
          </a:xfrm>
          <a:prstGeom prst="roundRect">
            <a:avLst/>
          </a:prstGeom>
          <a:solidFill>
            <a:srgbClr val="F0F7FC"/>
          </a:solidFill>
          <a:ln>
            <a:solidFill>
              <a:srgbClr val="50A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0" y="1691640"/>
            <a:ext cx="2971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93755"/>
                </a:solidFill>
              </a:defRPr>
            </a:pPr>
            <a:r>
              <a:t>COUVRE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423160"/>
            <a:ext cx="2788920" cy="2834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Analyse des vols</a:t>
            </a:r>
          </a:p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Classification</a:t>
            </a:r>
          </a:p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Régression</a:t>
            </a:r>
          </a:p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Prototype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417320"/>
            <a:ext cx="3429000" cy="4389120"/>
          </a:xfrm>
          <a:prstGeom prst="roundRect">
            <a:avLst/>
          </a:prstGeom>
          <a:solidFill>
            <a:srgbClr val="F0F7FC"/>
          </a:solidFill>
          <a:ln>
            <a:solidFill>
              <a:srgbClr val="F0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75320" y="1691640"/>
            <a:ext cx="2971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193755"/>
                </a:solidFill>
              </a:defRPr>
            </a:pPr>
            <a:r>
              <a:t>NE COUVRE PAS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2423160"/>
            <a:ext cx="2788920" cy="2834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Annuler / modifier</a:t>
            </a:r>
          </a:p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Contrôler les opérations</a:t>
            </a:r>
          </a:p>
          <a:p>
            <a:pPr algn="ctr">
              <a:spcAft>
                <a:spcPts val="1600"/>
              </a:spcAft>
              <a:defRPr sz="1700">
                <a:solidFill>
                  <a:srgbClr val="23282D"/>
                </a:solidFill>
              </a:defRPr>
            </a:pPr>
            <a:r>
              <a:t>Système réel complet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56539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28C96"/>
                </a:solidFill>
              </a:defRPr>
            </a:pPr>
            <a:r>
              <a:t>VOLARUS • PROJET IA • ÉQUIPE 14                            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5"/>
                </a:solidFill>
              </a:defRPr>
            </a:pPr>
            <a:r>
              <a:t>03 • DONNÉES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5212080" cy="6858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740697" y="1355533"/>
            <a:ext cx="3230308" cy="50783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rPr sz="1700" b="1" dirty="0">
                <a:solidFill>
                  <a:srgbClr val="1F3B56"/>
                </a:solidFill>
                <a:latin typeface="Aptos"/>
              </a:rPr>
              <a:t>Flight Delay Dataset 2018-2022</a:t>
            </a:r>
          </a:p>
          <a:p>
            <a:pPr algn="ctr"/>
            <a:r>
              <a:rPr sz="1000" b="1" dirty="0">
                <a:solidFill>
                  <a:srgbClr val="2D2D2D"/>
                </a:solidFill>
                <a:latin typeface="Aptos"/>
              </a:rPr>
              <a:t>Trouvé sur Kaggle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417320"/>
            <a:ext cx="5212080" cy="685800"/>
          </a:xfrm>
          <a:prstGeom prst="roundRect">
            <a:avLst/>
          </a:prstGeom>
          <a:solidFill>
            <a:srgbClr val="F0F7FC"/>
          </a:solidFill>
          <a:ln>
            <a:solidFill>
              <a:srgbClr val="50A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>
                <a:solidFill>
                  <a:srgbClr val="1F3B56"/>
                </a:solidFill>
                <a:latin typeface="Aptos"/>
              </a:rPr>
              <a:t>29 193 782 vols au départ
1 000 000 retenus pour le projet</a:t>
            </a:r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3383280" cy="685800"/>
          </a:xfrm>
          <a:prstGeom prst="roundRect">
            <a:avLst/>
          </a:prstGeom>
          <a:solidFill>
            <a:srgbClr val="F0F7FC"/>
          </a:solidFill>
          <a:ln>
            <a:solidFill>
              <a:srgbClr val="F0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725084" y="2642616"/>
            <a:ext cx="1396151" cy="3847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rPr lang="en-US" dirty="0"/>
              <a:t>61</a:t>
            </a:r>
            <a:r>
              <a:rPr dirty="0"/>
              <a:t> variables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514600"/>
            <a:ext cx="3383280" cy="6858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2642616"/>
            <a:ext cx="3200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rPr dirty="0"/>
              <a:t>CSV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79" y="2514600"/>
            <a:ext cx="3520440" cy="685800"/>
          </a:xfrm>
          <a:prstGeom prst="roundRect">
            <a:avLst/>
          </a:prstGeom>
          <a:solidFill>
            <a:srgbClr val="F0F7FC"/>
          </a:solidFill>
          <a:ln>
            <a:solidFill>
              <a:srgbClr val="50A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19" y="2642616"/>
            <a:ext cx="33375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Public • Gratuit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6539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28C96"/>
                </a:solidFill>
              </a:defRPr>
            </a:pPr>
            <a:r>
              <a:t>VOLARUS • PROJET IA • ÉQUIPE 14                                     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12820" y="5413248"/>
            <a:ext cx="5166360" cy="960120"/>
          </a:xfrm>
          <a:prstGeom prst="roundRect">
            <a:avLst/>
          </a:prstGeom>
          <a:solidFill>
            <a:srgbClr val="F7FAFD"/>
          </a:solidFill>
          <a:ln>
            <a:solidFill>
              <a:srgbClr val="50A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87464" y="5532120"/>
            <a:ext cx="3817071" cy="49244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500" b="1">
                <a:solidFill>
                  <a:srgbClr val="193755"/>
                </a:solidFill>
              </a:defRPr>
            </a:pPr>
            <a:r>
              <a:rPr sz="1600" b="1" dirty="0">
                <a:solidFill>
                  <a:srgbClr val="1F3B56"/>
                </a:solidFill>
                <a:latin typeface="Aptos"/>
              </a:rPr>
              <a:t>Données </a:t>
            </a:r>
            <a:r>
              <a:rPr sz="1600" b="1" dirty="0" err="1">
                <a:solidFill>
                  <a:srgbClr val="1F3B56"/>
                </a:solidFill>
                <a:latin typeface="Aptos"/>
              </a:rPr>
              <a:t>couvrant</a:t>
            </a:r>
            <a:r>
              <a:rPr sz="1600" b="1" dirty="0">
                <a:solidFill>
                  <a:srgbClr val="1F3B56"/>
                </a:solidFill>
                <a:latin typeface="Aptos"/>
              </a:rPr>
              <a:t> la </a:t>
            </a:r>
            <a:r>
              <a:rPr sz="1600" b="1" dirty="0" err="1">
                <a:solidFill>
                  <a:srgbClr val="1F3B56"/>
                </a:solidFill>
                <a:latin typeface="Aptos"/>
              </a:rPr>
              <a:t>période</a:t>
            </a:r>
            <a:r>
              <a:rPr sz="1600" b="1" dirty="0">
                <a:solidFill>
                  <a:srgbClr val="1F3B56"/>
                </a:solidFill>
                <a:latin typeface="Aptos"/>
              </a:rPr>
              <a:t> 2018–2022</a:t>
            </a:r>
            <a:endParaRPr dirty="0"/>
          </a:p>
        </p:txBody>
      </p:sp>
      <p:sp>
        <p:nvSpPr>
          <p:cNvPr id="14" name="Rounded Rectangle 8">
            <a:extLst>
              <a:ext uri="{FF2B5EF4-FFF2-40B4-BE49-F238E27FC236}">
                <a16:creationId xmlns:a16="http://schemas.microsoft.com/office/drawing/2014/main" id="{F259FD9A-4259-4ED1-9C21-006D72410430}"/>
              </a:ext>
            </a:extLst>
          </p:cNvPr>
          <p:cNvSpPr/>
          <p:nvPr/>
        </p:nvSpPr>
        <p:spPr>
          <a:xfrm>
            <a:off x="4205752" y="3735324"/>
            <a:ext cx="3803904" cy="1065276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rPr lang="fr-CA" sz="1900" b="1" dirty="0">
                <a:solidFill>
                  <a:srgbClr val="193755"/>
                </a:solidFill>
              </a:rPr>
              <a:t>Bureau of transportation </a:t>
            </a:r>
            <a:r>
              <a:rPr lang="fr-CA" sz="1900" b="1" dirty="0" err="1">
                <a:solidFill>
                  <a:srgbClr val="193755"/>
                </a:solidFill>
              </a:rPr>
              <a:t>Statistics</a:t>
            </a:r>
            <a:r>
              <a:rPr lang="fr-CA" sz="1900" b="1" dirty="0">
                <a:solidFill>
                  <a:srgbClr val="193755"/>
                </a:solidFill>
              </a:rPr>
              <a:t>  </a:t>
            </a:r>
            <a:r>
              <a:rPr lang="fr-CA" sz="1000" dirty="0">
                <a:solidFill>
                  <a:srgbClr val="2D2D2D"/>
                </a:solidFill>
                <a:latin typeface="Aptos"/>
              </a:rPr>
              <a:t>Organisme Gouvernemental Américain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5080686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5"/>
                </a:solidFill>
              </a:defRPr>
            </a:pPr>
            <a:r>
              <a:rPr dirty="0"/>
              <a:t>04 • VARIABLES </a:t>
            </a:r>
            <a:r>
              <a:rPr lang="en-US" dirty="0"/>
              <a:t>IMPORTANTES</a:t>
            </a:r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731520" y="1417320"/>
            <a:ext cx="5212080" cy="59436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508760"/>
            <a:ext cx="49377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rPr dirty="0"/>
              <a:t>VARIABLES EXPLICATIVES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2240280"/>
            <a:ext cx="4754880" cy="4572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944664" y="2331720"/>
            <a:ext cx="785793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93755"/>
                </a:solidFill>
              </a:defRPr>
            </a:pPr>
            <a:r>
              <a:rPr lang="en-US" dirty="0"/>
              <a:t>Airlines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960120" y="2834640"/>
            <a:ext cx="4754880" cy="4572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065176" y="2926080"/>
            <a:ext cx="544766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93755"/>
                </a:solidFill>
              </a:defRPr>
            </a:pPr>
            <a:r>
              <a:rPr lang="en-US" dirty="0"/>
              <a:t>Dest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960120" y="3429000"/>
            <a:ext cx="4754880" cy="4572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002372" y="3520440"/>
            <a:ext cx="670376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93755"/>
                </a:solidFill>
              </a:defRPr>
            </a:pPr>
            <a:r>
              <a:rPr lang="en-US" dirty="0"/>
              <a:t>Origin</a:t>
            </a:r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960120" y="4023360"/>
            <a:ext cx="4754880" cy="4572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4480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93755"/>
                </a:solidFill>
              </a:defRPr>
            </a:pPr>
            <a:r>
              <a:t>DISTANCE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120" y="4617720"/>
            <a:ext cx="4754880" cy="4572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97280" y="4709160"/>
            <a:ext cx="4480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193755"/>
                </a:solidFill>
              </a:defRPr>
            </a:pPr>
            <a:r>
              <a:rPr dirty="0"/>
              <a:t>CRS_DEP_TIME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656539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28C96"/>
                </a:solidFill>
              </a:defRPr>
            </a:pPr>
            <a:r>
              <a:t>VOLARUS • PROJET IA • ÉQUIPE 14                                      5</a:t>
            </a:r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DC3AB369-9CE4-42C7-62CE-AF0F44415E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9949" y="1650690"/>
            <a:ext cx="5319358" cy="305847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10972800" cy="594360"/>
          </a:xfrm>
          <a:prstGeom prst="rect">
            <a:avLst/>
          </a:prstGeom>
          <a:noFill/>
        </p:spPr>
        <p:txBody>
          <a:bodyPr wrap="square" lIns="73152" tIns="18288" rIns="73152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D3B58"/>
                </a:solidFill>
                <a:latin typeface="Aptos"/>
              </a:rPr>
              <a:t>05 • CIBLES &amp; VARIABLES À SURVEILLER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115568"/>
            <a:ext cx="3657600" cy="438912"/>
          </a:xfrm>
          <a:prstGeom prst="roundRect">
            <a:avLst/>
          </a:prstGeom>
          <a:solidFill>
            <a:srgbClr val="EFF6FC"/>
          </a:solidFill>
          <a:ln w="15240">
            <a:solidFill>
              <a:srgbClr val="5B97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04672" y="1124712"/>
            <a:ext cx="3429000" cy="411480"/>
          </a:xfrm>
          <a:prstGeom prst="rect">
            <a:avLst/>
          </a:prstGeom>
          <a:noFill/>
        </p:spPr>
        <p:txBody>
          <a:bodyPr wrap="square" lIns="73152" tIns="18288" rIns="73152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D3B58"/>
                </a:solidFill>
                <a:latin typeface="Aptos"/>
              </a:rPr>
              <a:t>VARIABLES CIBLES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53712" y="1115568"/>
            <a:ext cx="6949440" cy="438912"/>
          </a:xfrm>
          <a:prstGeom prst="roundRect">
            <a:avLst/>
          </a:prstGeom>
          <a:solidFill>
            <a:srgbClr val="F1F8F4"/>
          </a:solidFill>
          <a:ln w="15240">
            <a:solidFill>
              <a:srgbClr val="6FAA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681728" y="1124712"/>
            <a:ext cx="6675120" cy="411480"/>
          </a:xfrm>
          <a:prstGeom prst="rect">
            <a:avLst/>
          </a:prstGeom>
          <a:noFill/>
        </p:spPr>
        <p:txBody>
          <a:bodyPr wrap="square" lIns="73152" tIns="18288" rIns="73152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D3B58"/>
                </a:solidFill>
                <a:latin typeface="Aptos"/>
              </a:rPr>
              <a:t>VARIABLES POTENTIELLEMENT PROBLÉMATIQUES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783080"/>
            <a:ext cx="3520440" cy="1417320"/>
          </a:xfrm>
          <a:prstGeom prst="roundRect">
            <a:avLst/>
          </a:prstGeom>
          <a:solidFill>
            <a:srgbClr val="EFF6FC"/>
          </a:solidFill>
          <a:ln w="15240">
            <a:solidFill>
              <a:srgbClr val="5B97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3154680" cy="347472"/>
          </a:xfrm>
          <a:prstGeom prst="rect">
            <a:avLst/>
          </a:prstGeom>
          <a:noFill/>
        </p:spPr>
        <p:txBody>
          <a:bodyPr wrap="square" lIns="73152" tIns="18288" rIns="73152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D3B58"/>
                </a:solidFill>
                <a:latin typeface="Aptos"/>
              </a:rPr>
              <a:t>ArrDel15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267712"/>
            <a:ext cx="3063240" cy="685800"/>
          </a:xfrm>
          <a:prstGeom prst="rect">
            <a:avLst/>
          </a:prstGeom>
          <a:noFill/>
        </p:spPr>
        <p:txBody>
          <a:bodyPr wrap="square" lIns="73152" tIns="18288" rIns="73152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2F3943"/>
                </a:solidFill>
                <a:latin typeface="Aptos"/>
              </a:rPr>
              <a:t>Classification • 1 = arrivée avec ≥ 15 min de retard; 0 = sinon.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9808" y="3401568"/>
            <a:ext cx="3520440" cy="1417320"/>
          </a:xfrm>
          <a:prstGeom prst="roundRect">
            <a:avLst/>
          </a:prstGeom>
          <a:solidFill>
            <a:srgbClr val="F1F8F4"/>
          </a:solidFill>
          <a:ln w="15240">
            <a:solidFill>
              <a:srgbClr val="6FAA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3520440"/>
            <a:ext cx="3154680" cy="347472"/>
          </a:xfrm>
          <a:prstGeom prst="rect">
            <a:avLst/>
          </a:prstGeom>
          <a:noFill/>
        </p:spPr>
        <p:txBody>
          <a:bodyPr wrap="square" lIns="73152" tIns="18288" rIns="73152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1D3B58"/>
                </a:solidFill>
                <a:latin typeface="Aptos"/>
              </a:rPr>
              <a:t>Arr_Delay_Minutes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86200"/>
            <a:ext cx="3063240" cy="685800"/>
          </a:xfrm>
          <a:prstGeom prst="rect">
            <a:avLst/>
          </a:prstGeom>
          <a:noFill/>
        </p:spPr>
        <p:txBody>
          <a:bodyPr wrap="square" lIns="73152" tIns="18288" rIns="73152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2F3943"/>
                </a:solidFill>
                <a:latin typeface="Aptos"/>
              </a:rPr>
              <a:t>Régression • nombre de minutes de retard à l’arrivée.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5074920"/>
            <a:ext cx="3337560" cy="713232"/>
          </a:xfrm>
          <a:prstGeom prst="rect">
            <a:avLst/>
          </a:prstGeom>
          <a:noFill/>
        </p:spPr>
        <p:txBody>
          <a:bodyPr wrap="square" lIns="73152" tIns="18288" rIns="73152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687785"/>
                </a:solidFill>
                <a:latin typeface="Aptos"/>
              </a:rPr>
              <a:t>À retenir : les cibles servent à entraîner et évaluer les modèles; elles ne doivent pas être des entrées.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" y="6547104"/>
            <a:ext cx="10972800" cy="182880"/>
          </a:xfrm>
          <a:prstGeom prst="rect">
            <a:avLst/>
          </a:prstGeom>
          <a:noFill/>
        </p:spPr>
        <p:txBody>
          <a:bodyPr wrap="square" lIns="73152" tIns="18288" rIns="73152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687785"/>
                </a:solidFill>
                <a:latin typeface="Aptos"/>
              </a:rPr>
              <a:t>VOLARUS • PROJET IA • ÉQUIPE 14                                      6</a:t>
            </a:r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834FF45B-2E47-ACA2-1724-27A8CA68B5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0656" y="1736822"/>
            <a:ext cx="5963792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47472"/>
            <a:ext cx="10972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3755"/>
                </a:solidFill>
              </a:defRPr>
            </a:pPr>
            <a:r>
              <a:t>05 • EXPLORATION INITIALE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3474720" cy="1828800"/>
          </a:xfrm>
          <a:prstGeom prst="roundRect">
            <a:avLst/>
          </a:prstGeom>
          <a:solidFill>
            <a:srgbClr val="F0F7FC"/>
          </a:solidFill>
          <a:ln>
            <a:solidFill>
              <a:srgbClr val="F0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59" y="16276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NULL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379" y="2240280"/>
            <a:ext cx="256012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23282D"/>
                </a:solidFill>
              </a:defRPr>
            </a:pPr>
            <a:r>
              <a:rPr lang="fr-CA" dirty="0"/>
              <a:t>Quelques Valeurs manquantes</a:t>
            </a:r>
            <a:endParaRPr dirty="0"/>
          </a:p>
        </p:txBody>
      </p:sp>
      <p:sp>
        <p:nvSpPr>
          <p:cNvPr id="6" name="Rounded Rectangle 5"/>
          <p:cNvSpPr/>
          <p:nvPr/>
        </p:nvSpPr>
        <p:spPr>
          <a:xfrm>
            <a:off x="4343400" y="1371600"/>
            <a:ext cx="3474720" cy="18288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26280" y="16276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OBJECT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2240280"/>
            <a:ext cx="31089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23282D"/>
                </a:solidFill>
              </a:defRPr>
            </a:pPr>
            <a:r>
              <a:rPr dirty="0" err="1"/>
              <a:t>Encodage</a:t>
            </a:r>
            <a:r>
              <a:rPr dirty="0"/>
              <a:t> </a:t>
            </a:r>
            <a:r>
              <a:rPr dirty="0" err="1"/>
              <a:t>nécessaire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474720" cy="1828800"/>
          </a:xfrm>
          <a:prstGeom prst="roundRect">
            <a:avLst/>
          </a:prstGeom>
          <a:solidFill>
            <a:srgbClr val="F0F7FC"/>
          </a:solidFill>
          <a:ln>
            <a:solidFill>
              <a:srgbClr val="50A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0" y="16276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CORRÉLATION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4486" y="2240280"/>
            <a:ext cx="2899192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23282D"/>
                </a:solidFill>
              </a:defRPr>
            </a:pPr>
            <a:r>
              <a:rPr dirty="0" err="1"/>
              <a:t>Redondance</a:t>
            </a:r>
            <a:r>
              <a:rPr dirty="0"/>
              <a:t> </a:t>
            </a:r>
            <a:r>
              <a:rPr lang="en-US" dirty="0"/>
              <a:t>de</a:t>
            </a:r>
            <a:r>
              <a:rPr lang="fr-CA" dirty="0"/>
              <a:t> certaines colonnes</a:t>
            </a:r>
            <a:endParaRPr dirty="0"/>
          </a:p>
        </p:txBody>
      </p:sp>
      <p:sp>
        <p:nvSpPr>
          <p:cNvPr id="12" name="Rounded Rectangle 11"/>
          <p:cNvSpPr/>
          <p:nvPr/>
        </p:nvSpPr>
        <p:spPr>
          <a:xfrm>
            <a:off x="640080" y="3657600"/>
            <a:ext cx="3474720" cy="1828800"/>
          </a:xfrm>
          <a:prstGeom prst="roundRect">
            <a:avLst/>
          </a:prstGeom>
          <a:solidFill>
            <a:srgbClr val="F0F7FC"/>
          </a:solidFill>
          <a:ln>
            <a:solidFill>
              <a:srgbClr val="4891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59" y="39136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DOUBLONS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37443" y="4526280"/>
            <a:ext cx="679994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23282D"/>
                </a:solidFill>
              </a:defRPr>
            </a:pPr>
            <a:r>
              <a:rPr lang="en-US" dirty="0" err="1"/>
              <a:t>Aucun</a:t>
            </a:r>
            <a:endParaRPr dirty="0"/>
          </a:p>
        </p:txBody>
      </p:sp>
      <p:sp>
        <p:nvSpPr>
          <p:cNvPr id="15" name="Rounded Rectangle 14"/>
          <p:cNvSpPr/>
          <p:nvPr/>
        </p:nvSpPr>
        <p:spPr>
          <a:xfrm>
            <a:off x="4343400" y="3657600"/>
            <a:ext cx="3474720" cy="1828800"/>
          </a:xfrm>
          <a:prstGeom prst="roundRect">
            <a:avLst/>
          </a:prstGeom>
          <a:solidFill>
            <a:srgbClr val="F0F7FC"/>
          </a:solidFill>
          <a:ln>
            <a:solidFill>
              <a:srgbClr val="F091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26280" y="39136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OUTLIERS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49238" y="4526280"/>
            <a:ext cx="1063048" cy="3231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23282D"/>
                </a:solidFill>
              </a:defRPr>
            </a:pPr>
            <a:r>
              <a:rPr lang="en-US" dirty="0"/>
              <a:t>Non </a:t>
            </a:r>
            <a:r>
              <a:rPr lang="en-US" dirty="0" err="1"/>
              <a:t>définit</a:t>
            </a:r>
            <a:endParaRPr dirty="0"/>
          </a:p>
        </p:txBody>
      </p:sp>
      <p:sp>
        <p:nvSpPr>
          <p:cNvPr id="18" name="Rounded Rectangle 17"/>
          <p:cNvSpPr/>
          <p:nvPr/>
        </p:nvSpPr>
        <p:spPr>
          <a:xfrm>
            <a:off x="8046720" y="3657600"/>
            <a:ext cx="3474720" cy="1828800"/>
          </a:xfrm>
          <a:prstGeom prst="roundRect">
            <a:avLst/>
          </a:prstGeom>
          <a:solidFill>
            <a:srgbClr val="F0F7FC"/>
          </a:solidFill>
          <a:ln>
            <a:solidFill>
              <a:srgbClr val="50A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0" y="39136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b="1">
                <a:solidFill>
                  <a:srgbClr val="193755"/>
                </a:solidFill>
              </a:defRPr>
            </a:pPr>
            <a:r>
              <a:t>DATA LEAKAGE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4526280"/>
            <a:ext cx="31089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>
                <a:solidFill>
                  <a:srgbClr val="23282D"/>
                </a:solidFill>
              </a:defRPr>
            </a:pPr>
            <a:r>
              <a:rPr dirty="0"/>
              <a:t>À </a:t>
            </a:r>
            <a:r>
              <a:rPr dirty="0" err="1"/>
              <a:t>surveiller</a:t>
            </a:r>
            <a:endParaRPr dirty="0"/>
          </a:p>
        </p:txBody>
      </p:sp>
      <p:sp>
        <p:nvSpPr>
          <p:cNvPr id="21" name="TextBox 20"/>
          <p:cNvSpPr txBox="1"/>
          <p:nvPr/>
        </p:nvSpPr>
        <p:spPr>
          <a:xfrm>
            <a:off x="594360" y="6565392"/>
            <a:ext cx="10972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828C96"/>
                </a:solidFill>
              </a:defRPr>
            </a:pPr>
            <a:r>
              <a:t>VOLARUS • PROJET IA • ÉQUIPE 14                                      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937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685800"/>
            <a:ext cx="10789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06 • PROCHAINES ÉTAPES</a:t>
            </a:r>
          </a:p>
        </p:txBody>
      </p:sp>
      <p:sp>
        <p:nvSpPr>
          <p:cNvPr id="12" name="Rounded Rectangle 2">
            <a:extLst>
              <a:ext uri="{FF2B5EF4-FFF2-40B4-BE49-F238E27FC236}">
                <a16:creationId xmlns:a16="http://schemas.microsoft.com/office/drawing/2014/main" id="{780E48A7-2B7C-01EF-D5CF-F3B2A680279D}"/>
              </a:ext>
            </a:extLst>
          </p:cNvPr>
          <p:cNvSpPr/>
          <p:nvPr/>
        </p:nvSpPr>
        <p:spPr>
          <a:xfrm>
            <a:off x="481906" y="3206175"/>
            <a:ext cx="2103120" cy="1024128"/>
          </a:xfrm>
          <a:prstGeom prst="roundRect">
            <a:avLst>
              <a:gd name="adj" fmla="val 12000"/>
            </a:avLst>
          </a:prstGeom>
          <a:solidFill>
            <a:srgbClr val="EEF5FC"/>
          </a:solidFill>
          <a:ln w="19050">
            <a:solidFill>
              <a:srgbClr val="417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2">
            <a:extLst>
              <a:ext uri="{FF2B5EF4-FFF2-40B4-BE49-F238E27FC236}">
                <a16:creationId xmlns:a16="http://schemas.microsoft.com/office/drawing/2014/main" id="{A7B1C36E-5A28-DAF5-972B-A689366F1964}"/>
              </a:ext>
            </a:extLst>
          </p:cNvPr>
          <p:cNvSpPr/>
          <p:nvPr/>
        </p:nvSpPr>
        <p:spPr>
          <a:xfrm>
            <a:off x="2749618" y="3206175"/>
            <a:ext cx="2103120" cy="1024128"/>
          </a:xfrm>
          <a:prstGeom prst="roundRect">
            <a:avLst>
              <a:gd name="adj" fmla="val 12000"/>
            </a:avLst>
          </a:prstGeom>
          <a:solidFill>
            <a:srgbClr val="EEF5FC"/>
          </a:solidFill>
          <a:ln w="19050">
            <a:solidFill>
              <a:srgbClr val="417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">
            <a:extLst>
              <a:ext uri="{FF2B5EF4-FFF2-40B4-BE49-F238E27FC236}">
                <a16:creationId xmlns:a16="http://schemas.microsoft.com/office/drawing/2014/main" id="{C9B5D37F-0762-C629-EAA8-DA5285A61CDD}"/>
              </a:ext>
            </a:extLst>
          </p:cNvPr>
          <p:cNvSpPr txBox="1"/>
          <p:nvPr/>
        </p:nvSpPr>
        <p:spPr>
          <a:xfrm>
            <a:off x="555058" y="3352479"/>
            <a:ext cx="1956815" cy="7132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200" b="1">
                <a:solidFill>
                  <a:srgbClr val="14375A"/>
                </a:solidFill>
                <a:latin typeface="Aptos Display"/>
              </a:rPr>
              <a:t>CONTINUATION DE L’EXPLORATION</a:t>
            </a:r>
          </a:p>
        </p:txBody>
      </p:sp>
      <p:sp>
        <p:nvSpPr>
          <p:cNvPr id="18" name="TextBox 3">
            <a:extLst>
              <a:ext uri="{FF2B5EF4-FFF2-40B4-BE49-F238E27FC236}">
                <a16:creationId xmlns:a16="http://schemas.microsoft.com/office/drawing/2014/main" id="{12F302FD-FC9B-8F3F-F78D-AC2FD1ED8A4D}"/>
              </a:ext>
            </a:extLst>
          </p:cNvPr>
          <p:cNvSpPr txBox="1"/>
          <p:nvPr/>
        </p:nvSpPr>
        <p:spPr>
          <a:xfrm>
            <a:off x="2822770" y="3352479"/>
            <a:ext cx="1956815" cy="7132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defRPr sz="1600" b="1">
                <a:solidFill>
                  <a:srgbClr val="193755"/>
                </a:solidFill>
              </a:defRPr>
            </a:pPr>
            <a:r>
              <a:rPr sz="1500" b="1" dirty="0">
                <a:solidFill>
                  <a:srgbClr val="14375A"/>
                </a:solidFill>
                <a:latin typeface="Aptos Display"/>
              </a:rPr>
              <a:t>PRÉPARATION</a:t>
            </a:r>
          </a:p>
        </p:txBody>
      </p:sp>
      <p:sp>
        <p:nvSpPr>
          <p:cNvPr id="20" name="Rounded Rectangle 4">
            <a:extLst>
              <a:ext uri="{FF2B5EF4-FFF2-40B4-BE49-F238E27FC236}">
                <a16:creationId xmlns:a16="http://schemas.microsoft.com/office/drawing/2014/main" id="{A4F86B7F-FFDE-9AA2-0098-3C4CBE636D97}"/>
              </a:ext>
            </a:extLst>
          </p:cNvPr>
          <p:cNvSpPr/>
          <p:nvPr/>
        </p:nvSpPr>
        <p:spPr>
          <a:xfrm>
            <a:off x="5017330" y="3206175"/>
            <a:ext cx="2103120" cy="1024128"/>
          </a:xfrm>
          <a:prstGeom prst="roundRect">
            <a:avLst>
              <a:gd name="adj" fmla="val 12000"/>
            </a:avLst>
          </a:prstGeom>
          <a:solidFill>
            <a:srgbClr val="EEF5FC"/>
          </a:solidFill>
          <a:ln w="19050">
            <a:solidFill>
              <a:srgbClr val="417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5">
            <a:extLst>
              <a:ext uri="{FF2B5EF4-FFF2-40B4-BE49-F238E27FC236}">
                <a16:creationId xmlns:a16="http://schemas.microsoft.com/office/drawing/2014/main" id="{F961F16A-A273-E268-AA91-A8A34CC7BD2A}"/>
              </a:ext>
            </a:extLst>
          </p:cNvPr>
          <p:cNvSpPr txBox="1"/>
          <p:nvPr/>
        </p:nvSpPr>
        <p:spPr>
          <a:xfrm>
            <a:off x="5090482" y="3352479"/>
            <a:ext cx="1956815" cy="7132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defRPr sz="1600" b="1">
                <a:solidFill>
                  <a:srgbClr val="193755"/>
                </a:solidFill>
              </a:defRPr>
            </a:pPr>
            <a:r>
              <a:rPr sz="1500" b="1">
                <a:solidFill>
                  <a:srgbClr val="14375A"/>
                </a:solidFill>
                <a:latin typeface="Aptos Display"/>
              </a:rPr>
              <a:t>MODÉLISATION</a:t>
            </a:r>
          </a:p>
        </p:txBody>
      </p:sp>
      <p:sp>
        <p:nvSpPr>
          <p:cNvPr id="24" name="Rounded Rectangle 6">
            <a:extLst>
              <a:ext uri="{FF2B5EF4-FFF2-40B4-BE49-F238E27FC236}">
                <a16:creationId xmlns:a16="http://schemas.microsoft.com/office/drawing/2014/main" id="{AE2B48B7-690A-DA1A-57BF-5F33AED832DC}"/>
              </a:ext>
            </a:extLst>
          </p:cNvPr>
          <p:cNvSpPr/>
          <p:nvPr/>
        </p:nvSpPr>
        <p:spPr>
          <a:xfrm>
            <a:off x="7285042" y="3206175"/>
            <a:ext cx="2103120" cy="1024128"/>
          </a:xfrm>
          <a:prstGeom prst="roundRect">
            <a:avLst>
              <a:gd name="adj" fmla="val 12000"/>
            </a:avLst>
          </a:prstGeom>
          <a:solidFill>
            <a:srgbClr val="EEF5FC"/>
          </a:solidFill>
          <a:ln w="19050">
            <a:solidFill>
              <a:srgbClr val="417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7">
            <a:extLst>
              <a:ext uri="{FF2B5EF4-FFF2-40B4-BE49-F238E27FC236}">
                <a16:creationId xmlns:a16="http://schemas.microsoft.com/office/drawing/2014/main" id="{4DF3A866-B3D2-F35E-98DA-A980052C2893}"/>
              </a:ext>
            </a:extLst>
          </p:cNvPr>
          <p:cNvSpPr txBox="1"/>
          <p:nvPr/>
        </p:nvSpPr>
        <p:spPr>
          <a:xfrm>
            <a:off x="7358194" y="3352479"/>
            <a:ext cx="1956815" cy="7132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defRPr sz="1600" b="1">
                <a:solidFill>
                  <a:srgbClr val="193755"/>
                </a:solidFill>
              </a:defRPr>
            </a:pPr>
            <a:r>
              <a:rPr sz="1500" b="1">
                <a:solidFill>
                  <a:srgbClr val="14375A"/>
                </a:solidFill>
                <a:latin typeface="Aptos Display"/>
              </a:rPr>
              <a:t>OPTIMISATION</a:t>
            </a:r>
          </a:p>
        </p:txBody>
      </p:sp>
      <p:sp>
        <p:nvSpPr>
          <p:cNvPr id="28" name="Rounded Rectangle 8">
            <a:extLst>
              <a:ext uri="{FF2B5EF4-FFF2-40B4-BE49-F238E27FC236}">
                <a16:creationId xmlns:a16="http://schemas.microsoft.com/office/drawing/2014/main" id="{03BE9589-7592-94FC-F059-40D5495CE150}"/>
              </a:ext>
            </a:extLst>
          </p:cNvPr>
          <p:cNvSpPr/>
          <p:nvPr/>
        </p:nvSpPr>
        <p:spPr>
          <a:xfrm>
            <a:off x="9552754" y="3206175"/>
            <a:ext cx="2103120" cy="1024128"/>
          </a:xfrm>
          <a:prstGeom prst="roundRect">
            <a:avLst>
              <a:gd name="adj" fmla="val 12000"/>
            </a:avLst>
          </a:prstGeom>
          <a:solidFill>
            <a:srgbClr val="EEF5FC"/>
          </a:solidFill>
          <a:ln w="19050">
            <a:solidFill>
              <a:srgbClr val="417E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9">
            <a:extLst>
              <a:ext uri="{FF2B5EF4-FFF2-40B4-BE49-F238E27FC236}">
                <a16:creationId xmlns:a16="http://schemas.microsoft.com/office/drawing/2014/main" id="{276137B4-FFB0-8540-88BA-599048AFD9F6}"/>
              </a:ext>
            </a:extLst>
          </p:cNvPr>
          <p:cNvSpPr txBox="1"/>
          <p:nvPr/>
        </p:nvSpPr>
        <p:spPr>
          <a:xfrm>
            <a:off x="9625906" y="3352479"/>
            <a:ext cx="1956815" cy="7132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>
              <a:defRPr sz="1600" b="1">
                <a:solidFill>
                  <a:srgbClr val="193755"/>
                </a:solidFill>
              </a:defRPr>
            </a:pPr>
            <a:r>
              <a:rPr sz="1500" b="1">
                <a:solidFill>
                  <a:srgbClr val="14375A"/>
                </a:solidFill>
                <a:latin typeface="Aptos Display"/>
              </a:rPr>
              <a:t>ÉVALUATION</a:t>
            </a:r>
          </a:p>
        </p:txBody>
      </p:sp>
      <p:sp>
        <p:nvSpPr>
          <p:cNvPr id="32" name="Oval 22">
            <a:extLst>
              <a:ext uri="{FF2B5EF4-FFF2-40B4-BE49-F238E27FC236}">
                <a16:creationId xmlns:a16="http://schemas.microsoft.com/office/drawing/2014/main" id="{04C09199-4554-0BF0-EA11-CFB4A6D8EE86}"/>
              </a:ext>
            </a:extLst>
          </p:cNvPr>
          <p:cNvSpPr/>
          <p:nvPr/>
        </p:nvSpPr>
        <p:spPr>
          <a:xfrm>
            <a:off x="2127825" y="3748799"/>
            <a:ext cx="384048" cy="384048"/>
          </a:xfrm>
          <a:prstGeom prst="ellipse">
            <a:avLst/>
          </a:prstGeom>
          <a:solidFill>
            <a:srgbClr val="E0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23">
            <a:extLst>
              <a:ext uri="{FF2B5EF4-FFF2-40B4-BE49-F238E27FC236}">
                <a16:creationId xmlns:a16="http://schemas.microsoft.com/office/drawing/2014/main" id="{3267D279-A24C-D93C-C241-792CC4B9ECCD}"/>
              </a:ext>
            </a:extLst>
          </p:cNvPr>
          <p:cNvSpPr txBox="1"/>
          <p:nvPr/>
        </p:nvSpPr>
        <p:spPr>
          <a:xfrm>
            <a:off x="2127825" y="3773103"/>
            <a:ext cx="384048" cy="347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900" b="1" dirty="0">
                <a:solidFill>
                  <a:srgbClr val="1C5B91"/>
                </a:solidFill>
                <a:latin typeface="Arial"/>
              </a:rPr>
              <a:t>⌕</a:t>
            </a:r>
          </a:p>
        </p:txBody>
      </p:sp>
      <p:sp>
        <p:nvSpPr>
          <p:cNvPr id="36" name="Oval 24">
            <a:extLst>
              <a:ext uri="{FF2B5EF4-FFF2-40B4-BE49-F238E27FC236}">
                <a16:creationId xmlns:a16="http://schemas.microsoft.com/office/drawing/2014/main" id="{334C81F5-B1F2-87BB-8857-61750FA9FC66}"/>
              </a:ext>
            </a:extLst>
          </p:cNvPr>
          <p:cNvSpPr/>
          <p:nvPr/>
        </p:nvSpPr>
        <p:spPr>
          <a:xfrm>
            <a:off x="4404682" y="3815214"/>
            <a:ext cx="384048" cy="384048"/>
          </a:xfrm>
          <a:prstGeom prst="ellipse">
            <a:avLst/>
          </a:prstGeom>
          <a:solidFill>
            <a:srgbClr val="E0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25">
            <a:extLst>
              <a:ext uri="{FF2B5EF4-FFF2-40B4-BE49-F238E27FC236}">
                <a16:creationId xmlns:a16="http://schemas.microsoft.com/office/drawing/2014/main" id="{05073E37-D94D-5EDB-B98C-A51AF4E21BBE}"/>
              </a:ext>
            </a:extLst>
          </p:cNvPr>
          <p:cNvSpPr txBox="1"/>
          <p:nvPr/>
        </p:nvSpPr>
        <p:spPr>
          <a:xfrm>
            <a:off x="4404682" y="3819786"/>
            <a:ext cx="384048" cy="347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900" b="1">
                <a:solidFill>
                  <a:srgbClr val="1C5B91"/>
                </a:solidFill>
                <a:latin typeface="Arial"/>
              </a:rPr>
              <a:t>✓</a:t>
            </a:r>
          </a:p>
        </p:txBody>
      </p:sp>
      <p:sp>
        <p:nvSpPr>
          <p:cNvPr id="40" name="Oval 26">
            <a:extLst>
              <a:ext uri="{FF2B5EF4-FFF2-40B4-BE49-F238E27FC236}">
                <a16:creationId xmlns:a16="http://schemas.microsoft.com/office/drawing/2014/main" id="{44D85C2F-9F7A-B02F-A53D-3794B6198B6A}"/>
              </a:ext>
            </a:extLst>
          </p:cNvPr>
          <p:cNvSpPr/>
          <p:nvPr/>
        </p:nvSpPr>
        <p:spPr>
          <a:xfrm>
            <a:off x="6699826" y="3802461"/>
            <a:ext cx="384048" cy="384048"/>
          </a:xfrm>
          <a:prstGeom prst="ellipse">
            <a:avLst/>
          </a:prstGeom>
          <a:solidFill>
            <a:srgbClr val="E0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27">
            <a:extLst>
              <a:ext uri="{FF2B5EF4-FFF2-40B4-BE49-F238E27FC236}">
                <a16:creationId xmlns:a16="http://schemas.microsoft.com/office/drawing/2014/main" id="{70F73380-B613-6953-61F1-F5E200D39F84}"/>
              </a:ext>
            </a:extLst>
          </p:cNvPr>
          <p:cNvSpPr txBox="1"/>
          <p:nvPr/>
        </p:nvSpPr>
        <p:spPr>
          <a:xfrm>
            <a:off x="6699826" y="3807033"/>
            <a:ext cx="384048" cy="347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900" b="1">
                <a:solidFill>
                  <a:srgbClr val="1C5B91"/>
                </a:solidFill>
                <a:latin typeface="Arial"/>
              </a:rPr>
              <a:t>✦</a:t>
            </a:r>
          </a:p>
        </p:txBody>
      </p:sp>
      <p:sp>
        <p:nvSpPr>
          <p:cNvPr id="44" name="Oval 28">
            <a:extLst>
              <a:ext uri="{FF2B5EF4-FFF2-40B4-BE49-F238E27FC236}">
                <a16:creationId xmlns:a16="http://schemas.microsoft.com/office/drawing/2014/main" id="{DB2452FF-A6FB-7B86-8B5F-4B5A0AB3E230}"/>
              </a:ext>
            </a:extLst>
          </p:cNvPr>
          <p:cNvSpPr/>
          <p:nvPr/>
        </p:nvSpPr>
        <p:spPr>
          <a:xfrm>
            <a:off x="8967538" y="3829411"/>
            <a:ext cx="384048" cy="384048"/>
          </a:xfrm>
          <a:prstGeom prst="ellipse">
            <a:avLst/>
          </a:prstGeom>
          <a:solidFill>
            <a:srgbClr val="E0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29">
            <a:extLst>
              <a:ext uri="{FF2B5EF4-FFF2-40B4-BE49-F238E27FC236}">
                <a16:creationId xmlns:a16="http://schemas.microsoft.com/office/drawing/2014/main" id="{AA7BE2F5-4106-02CD-6595-E7D03148A825}"/>
              </a:ext>
            </a:extLst>
          </p:cNvPr>
          <p:cNvSpPr txBox="1"/>
          <p:nvPr/>
        </p:nvSpPr>
        <p:spPr>
          <a:xfrm>
            <a:off x="8967538" y="3833983"/>
            <a:ext cx="384048" cy="347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900" b="1">
                <a:solidFill>
                  <a:srgbClr val="1C5B91"/>
                </a:solidFill>
                <a:latin typeface="Arial"/>
              </a:rPr>
              <a:t>⚙</a:t>
            </a:r>
          </a:p>
        </p:txBody>
      </p:sp>
      <p:sp>
        <p:nvSpPr>
          <p:cNvPr id="48" name="Oval 30">
            <a:extLst>
              <a:ext uri="{FF2B5EF4-FFF2-40B4-BE49-F238E27FC236}">
                <a16:creationId xmlns:a16="http://schemas.microsoft.com/office/drawing/2014/main" id="{07BAD72D-34B8-CEB2-1785-0763E3CCA7E0}"/>
              </a:ext>
            </a:extLst>
          </p:cNvPr>
          <p:cNvSpPr/>
          <p:nvPr/>
        </p:nvSpPr>
        <p:spPr>
          <a:xfrm>
            <a:off x="11246799" y="3810642"/>
            <a:ext cx="384048" cy="384048"/>
          </a:xfrm>
          <a:prstGeom prst="ellipse">
            <a:avLst/>
          </a:prstGeom>
          <a:solidFill>
            <a:srgbClr val="E0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31">
            <a:extLst>
              <a:ext uri="{FF2B5EF4-FFF2-40B4-BE49-F238E27FC236}">
                <a16:creationId xmlns:a16="http://schemas.microsoft.com/office/drawing/2014/main" id="{CB51A8F4-30EE-D2AB-E647-9E3EF57FDA24}"/>
              </a:ext>
            </a:extLst>
          </p:cNvPr>
          <p:cNvSpPr txBox="1"/>
          <p:nvPr/>
        </p:nvSpPr>
        <p:spPr>
          <a:xfrm>
            <a:off x="11246799" y="3815214"/>
            <a:ext cx="384048" cy="34747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900" b="1" dirty="0">
                <a:solidFill>
                  <a:srgbClr val="1C5B91"/>
                </a:solidFill>
                <a:latin typeface="Arial"/>
              </a:rPr>
              <a:t>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1400</TotalTime>
  <Words>305</Words>
  <Application>Microsoft Office PowerPoint</Application>
  <PresentationFormat>Grand écran</PresentationFormat>
  <Paragraphs>86</Paragraphs>
  <Slides>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 seguin</cp:lastModifiedBy>
  <cp:revision>2</cp:revision>
  <dcterms:created xsi:type="dcterms:W3CDTF">2013-01-27T09:14:16Z</dcterms:created>
  <dcterms:modified xsi:type="dcterms:W3CDTF">2026-10-21T20:02:25Z</dcterms:modified>
  <cp:category/>
</cp:coreProperties>
</file>