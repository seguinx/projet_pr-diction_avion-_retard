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APERÇU DU PLAN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  <a:latin typeface="Aptos"/>
              </a:defRPr>
            </a:pPr>
            <a:r>
              <a:t>La prédiction des retards de vol d’avion • Équipe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" y="167335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636776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DÉFINITION &amp;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16 sept. → 7 oct.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Définir la problématique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Choisir et explorer le dataset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Identifier les variables pertinentes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50876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42231" y="167335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636776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PRÉPARATION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7 oct. → 11 nov.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5000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Nettoyer les données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Encoder / transformer les variables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Préparer entraînement et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50876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67335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636776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MODÉLISATION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7 oct. → 11 nov.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5000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Tester plusieurs modèles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Classification + régression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Comparer les performances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405079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014215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OPTIMISATION &amp; ÉVALUATION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7 oct. → 11 nov.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2744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Optimiser les modèles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Évaluer les métriques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Retenir la meilleure approche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8862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42231" y="405079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014215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DÉPLOIEMENT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11 nov. → 9 déc.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2744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Créer un prototype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Démontrer le fonctionnement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Préparer l’utilisation de la solution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25512" y="4050791"/>
            <a:ext cx="384048" cy="384048"/>
          </a:xfrm>
          <a:prstGeom prst="ellipse">
            <a:avLst/>
          </a:prstGeom>
          <a:solidFill>
            <a:srgbClr val="29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014215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3746"/>
                </a:solidFill>
                <a:latin typeface="Aptos"/>
              </a:defRPr>
            </a:pPr>
            <a:r>
              <a:t>FINALISATION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B7E"/>
                </a:solidFill>
              </a:defRPr>
            </a:pPr>
            <a:r>
              <a:t>9 déc. → 16 déc.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72744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Documentation finale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Rapport et cahier de charges</a:t>
            </a:r>
          </a:p>
          <a:p>
            <a:pPr>
              <a:spcAft>
                <a:spcPts val="400"/>
              </a:spcAft>
              <a:defRPr sz="1050">
                <a:solidFill>
                  <a:srgbClr val="46505A"/>
                </a:solidFill>
                <a:latin typeface="Aptos"/>
              </a:defRPr>
            </a:pPr>
            <a:r>
              <a:t>• Présentation des résultats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6080760"/>
            <a:ext cx="10972800" cy="457200"/>
          </a:xfrm>
          <a:prstGeom prst="roundRect">
            <a:avLst/>
          </a:prstGeom>
          <a:solidFill>
            <a:srgbClr val="E7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95B7E"/>
                </a:solidFill>
              </a:defRPr>
            </a:pPr>
            <a:r>
              <a:t>EN CONTINU  •  Cahier de charges  •  Journal de projet  •  Rapport de projet  •  Alex + Jérémie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